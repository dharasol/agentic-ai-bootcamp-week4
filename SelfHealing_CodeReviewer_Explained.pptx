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CODE REVIEWER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Capstone  —  AI Architect Intensive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2240280"/>
            <a:ext cx="1993392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A6F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3192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23042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webhook_server.py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" y="25786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— GitHub events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2240280"/>
            <a:ext cx="1993392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42032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44368" y="23042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reviewer_agent.py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44368" y="25786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— 5 stages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2240280"/>
            <a:ext cx="1993392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90872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93208" y="23042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tracer.py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93208" y="25786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detection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66560" y="2240280"/>
            <a:ext cx="1993392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FFB34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39712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42048" y="23042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test_reviewer.py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42048" y="25786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unit tests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1261872" cy="56692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3756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37360" y="3493008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874520" y="3337560"/>
            <a:ext cx="1261872" cy="5669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74520" y="333756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54680" y="3493008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91840" y="3337560"/>
            <a:ext cx="1261872" cy="56692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333756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3493008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09160" y="3337560"/>
            <a:ext cx="1261872" cy="56692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33756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89320" y="3493008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26480" y="3337560"/>
            <a:ext cx="1261872" cy="56692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333756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06640" y="3493008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543800" y="3337560"/>
            <a:ext cx="1261872" cy="5669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43800" y="333756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4160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APIs: GPT-4o  ·  Claude 3.5 Sonnet  ·  Tavily  ·  GitHub  ·  pytest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932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RUN — STEP BY STEP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841248"/>
            <a:ext cx="475488" cy="475488"/>
          </a:xfrm>
          <a:prstGeom prst="ellipse">
            <a:avLst/>
          </a:prstGeom>
          <a:solidFill>
            <a:srgbClr val="1A6FD4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841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5528" y="749808"/>
            <a:ext cx="77724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1A6F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81381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&amp; create virtual environment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08813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&lt;your-repo&gt;  →  cd self_healing  →  python -m venv venv  →  venv\Scripts\activate (Windows) or source venv/bin/activate (Mac/Linux)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" y="1591056"/>
            <a:ext cx="475488" cy="475488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5528" y="1499616"/>
            <a:ext cx="77724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00C6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1563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183794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-r requirements.txt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" y="2340864"/>
            <a:ext cx="475488" cy="475488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" y="2340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5528" y="2249424"/>
            <a:ext cx="77724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FFB34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23134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.env file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58775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.env.example .env  →  Fill in OPENAI_API_KEY, ANTHROPIC_API_KEY, TAVILY_API_KEY, GITHUB_TOKEN, GITHUB_WEBHOOK_SECRET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1168" y="3090672"/>
            <a:ext cx="475488" cy="475488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21" name="Text 19"/>
          <p:cNvSpPr/>
          <p:nvPr/>
        </p:nvSpPr>
        <p:spPr>
          <a:xfrm>
            <a:off x="201168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95528" y="2999232"/>
            <a:ext cx="77724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30632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webhook server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33756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webhook_server.py  →  Server starts on http://0.0.0.0:8000/webhook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1168" y="3840480"/>
            <a:ext cx="475488" cy="475488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5528" y="3749040"/>
            <a:ext cx="77724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381304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with ngrok (public URL)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408736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 http 8000  →  Copy the https://&lt;id&gt;.ngrok.io URL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01168" y="4590288"/>
            <a:ext cx="475488" cy="475488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31" name="Text 29"/>
          <p:cNvSpPr/>
          <p:nvPr/>
        </p:nvSpPr>
        <p:spPr>
          <a:xfrm>
            <a:off x="201168" y="4590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95528" y="4498848"/>
            <a:ext cx="77724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14400" y="456285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GitHub Webhook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483717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Repo → Settings → Webhooks → Add webhook  →  Payload URL: https://&lt;id&gt;.ngrok.io/webhook  →  Content type: application/json  →  Secret: same as GITHUB_WEBHOOK_SECRET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9320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THE OUTPUT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713232"/>
            <a:ext cx="4206240" cy="2121408"/>
          </a:xfrm>
          <a:prstGeom prst="rect">
            <a:avLst/>
          </a:prstGeom>
          <a:solidFill>
            <a:srgbClr val="161B22"/>
          </a:solidFill>
          <a:ln w="12700">
            <a:solidFill>
              <a:srgbClr val="00C6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" y="7132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TERMINAL OUTPUT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097280"/>
            <a:ext cx="4023360" cy="1664208"/>
          </a:xfrm>
          <a:prstGeom prst="rect">
            <a:avLst/>
          </a:prstGeom>
          <a:solidFill>
            <a:srgbClr val="0A0E14"/>
          </a:solidFill>
          <a:ln w="6350">
            <a:solidFill>
              <a:srgbClr val="333A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97280"/>
            <a:ext cx="38862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[Webhook] ✅ Received event: push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[Stage 1] 🔍 Analyzing bug with GPT-4o...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[Stage 1] Bug: ZeroDivisionError (critical)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[Stage 2] 🌐 Searching context with Tavily...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[Stage 3] ✍️  Generating fix (attempt 1/3)...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[Stage 4] 🧪 Running tests with pytest...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[Stage 4] ✅ All tests passed!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[Stage 5] ⚖️  Judge: APPROVED (9/10)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[Tracer]  Trace saved to traces/review_xxx.json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[GitHub]  Comment posted on PR #42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713232"/>
            <a:ext cx="4297680" cy="2121408"/>
          </a:xfrm>
          <a:prstGeom prst="rect">
            <a:avLst/>
          </a:prstGeom>
          <a:solidFill>
            <a:srgbClr val="161B22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71323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TRACE FILE  (traces/*.json)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114800" cy="1664208"/>
          </a:xfrm>
          <a:prstGeom prst="rect">
            <a:avLst/>
          </a:prstGeom>
          <a:solidFill>
            <a:srgbClr val="0A0E14"/>
          </a:solidFill>
          <a:ln w="6350">
            <a:solidFill>
              <a:srgbClr val="333A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97280"/>
            <a:ext cx="39776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"session_id": "review_1720000000",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"stages":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"analyze_bug":     {"duration": 2.1},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"search_context":  {"duration": 3.8},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"generate_fix":    {"duration": 5.2},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"run_tests":       {"duration": 1.4},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"llm_judge":       {"duration": 2.6}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"bottlenecks":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{"stage": "generate_fix", "duration": 5.2}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" y="2971800"/>
            <a:ext cx="420624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1168" y="29718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GITHUB PR COMMENT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" y="3355848"/>
            <a:ext cx="4023360" cy="1536192"/>
          </a:xfrm>
          <a:prstGeom prst="rect">
            <a:avLst/>
          </a:prstGeom>
          <a:solidFill>
            <a:srgbClr val="0A0E14"/>
          </a:solidFill>
          <a:ln w="6350">
            <a:solidFill>
              <a:srgbClr val="333A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355848"/>
            <a:ext cx="38862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🤖 Self-Healing Code Reviewer Report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Completed in 15.1s | 2024-01-15 10:32 UTC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buggy_module.py — ✅ Fixed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Bug: ZeroDivisionError in divide()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Severity: CRITICAL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Fix attempts: 1/3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Judge score: 9/10 — APPROVED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Summary: Fix correctly handles all edge cases.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Powered by GPT-4o · Claude 3.5 Sonnet · Tavily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2971800"/>
            <a:ext cx="429768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B34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29718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SAVED ARTICLE FILE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355848"/>
            <a:ext cx="4114800" cy="1536192"/>
          </a:xfrm>
          <a:prstGeom prst="rect">
            <a:avLst/>
          </a:prstGeom>
          <a:solidFill>
            <a:srgbClr val="0A0E14"/>
          </a:solidFill>
          <a:ln w="6350">
            <a:solidFill>
              <a:srgbClr val="333A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355848"/>
            <a:ext cx="39776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pipeline runs you'll find: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review_1720000000.json   ← full trace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review_1720000001.json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semantic_cache.json         ← cached answers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article_a3f8c2d1.txt        ← fixed code saved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tests anytime: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test_reviewer.py -v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9320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46304"/>
            <a:ext cx="2194560" cy="438912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463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webhook_server.py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42032" y="146304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Point — Receives GitHub Events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" y="694944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webhook signature, extracts changed Python files, fires the review pipeline in a background thread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1024128"/>
            <a:ext cx="416052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A6F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" y="102412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517904"/>
            <a:ext cx="292608" cy="292608"/>
          </a:xfrm>
          <a:prstGeom prst="ellipse">
            <a:avLst/>
          </a:prstGeom>
          <a:solidFill>
            <a:srgbClr val="1A6FD4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1472184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HMAC-SHA256 signature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170992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request is from GitHub, not a spoofed call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048256"/>
            <a:ext cx="292608" cy="292608"/>
          </a:xfrm>
          <a:prstGeom prst="ellipse">
            <a:avLst/>
          </a:prstGeom>
          <a:solidFill>
            <a:srgbClr val="1A6FD4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2002536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push / pull_request event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" y="22402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repo, branch, changed file list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578608"/>
            <a:ext cx="292608" cy="292608"/>
          </a:xfrm>
          <a:prstGeom prst="ellipse">
            <a:avLst/>
          </a:prstGeom>
          <a:solidFill>
            <a:srgbClr val="1A6FD4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578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2532888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Python files only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277063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.md, .yml, .json changes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108960"/>
            <a:ext cx="292608" cy="292608"/>
          </a:xfrm>
          <a:prstGeom prst="ellipse">
            <a:avLst/>
          </a:prstGeom>
          <a:solidFill>
            <a:srgbClr val="1A6FD4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108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" y="3063240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background thread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" y="33009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200 instantly so GitHub doesn't time out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639312"/>
            <a:ext cx="292608" cy="292608"/>
          </a:xfrm>
          <a:prstGeom prst="ellipse">
            <a:avLst/>
          </a:prstGeom>
          <a:solidFill>
            <a:srgbClr val="1A6FD4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" y="3593592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run_reviewer_pipeline()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" y="383133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repo, branch, files to the main agent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1024128"/>
            <a:ext cx="429768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C6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0" y="102412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CODE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1389888"/>
            <a:ext cx="4114800" cy="2706624"/>
          </a:xfrm>
          <a:prstGeom prst="rect">
            <a:avLst/>
          </a:prstGeom>
          <a:solidFill>
            <a:srgbClr val="0A0E14"/>
          </a:solidFill>
          <a:ln w="6350">
            <a:solidFill>
              <a:srgbClr val="333A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389888"/>
            <a:ext cx="397764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@app.route("/webhook", methods=["POST"])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github_webhook():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1. Validate signature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sig = request.headers.get(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"X-Hub-Signature-256", "")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not verify_signature(request.data, sig):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jsonify({"error": "Bad sig"}), 403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2. Parse payload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payload = request.get_json()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changed = [f for commit in payload["commits"]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for f in commit["modified"]]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python_files = [f for f in changed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if f.endswith(".py")]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3. Fire background thread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thread = threading.Thread(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target=run_reviewer_pipeline,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args=(repo, branch, python_files, payload)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thread.start()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jsonify({"message": "Review started"}), 200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01168" y="4251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POST /webhook   |   Health check: GET /health   |   Port: 8000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932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46304"/>
            <a:ext cx="2194560" cy="43891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463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reviewer_agent.py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42032" y="146304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5-Stage Self-Healing Pipeline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886968"/>
            <a:ext cx="438912" cy="438912"/>
          </a:xfrm>
          <a:prstGeom prst="ellipse">
            <a:avLst/>
          </a:prstGeom>
          <a:solidFill>
            <a:srgbClr val="1A6FD4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" y="886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749808"/>
            <a:ext cx="813816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1A6F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804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analyze_bug()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859536"/>
            <a:ext cx="1078992" cy="219456"/>
          </a:xfrm>
          <a:prstGeom prst="rect">
            <a:avLst/>
          </a:prstGeom>
          <a:solidFill>
            <a:srgbClr val="1C2333"/>
          </a:solidFill>
          <a:ln w="6350">
            <a:solidFill>
              <a:srgbClr val="1A6F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85953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097280"/>
            <a:ext cx="7882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code, returns JSON: bug_description, location, severity (critical/high/medium/low), root_cause, suggested_fix_approach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9184" y="148132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" y="1709928"/>
            <a:ext cx="438912" cy="438912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" y="1709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9808" y="1572768"/>
            <a:ext cx="813816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00C6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1627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search_codebase_context()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03320" y="1682496"/>
            <a:ext cx="1078992" cy="219456"/>
          </a:xfrm>
          <a:prstGeom prst="rect">
            <a:avLst/>
          </a:prstGeom>
          <a:solidFill>
            <a:srgbClr val="1C2333"/>
          </a:solidFill>
          <a:ln w="6350">
            <a:solidFill>
              <a:srgbClr val="00C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168249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8680" y="1920240"/>
            <a:ext cx="7882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Tavily with the bug description → fetches top 4 sources + AI summary → returns context string for Claude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9184" y="230428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1168" y="2532888"/>
            <a:ext cx="438912" cy="438912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24" name="Text 22"/>
          <p:cNvSpPr/>
          <p:nvPr/>
        </p:nvSpPr>
        <p:spPr>
          <a:xfrm>
            <a:off x="201168" y="25328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9808" y="2395728"/>
            <a:ext cx="813816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2450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generate_fix()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703320" y="2505456"/>
            <a:ext cx="1078992" cy="219456"/>
          </a:xfrm>
          <a:prstGeom prst="rect">
            <a:avLst/>
          </a:prstGeom>
          <a:solidFill>
            <a:srgbClr val="1C2333"/>
          </a:solidFill>
          <a:ln w="6350">
            <a:solidFill>
              <a:srgbClr val="00D6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250545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 Sonnet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68680" y="2743200"/>
            <a:ext cx="7882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complete fixed file. On retry (attempt&gt;1) receives previous pytest failure output so it learns from the error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9184" y="312724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01168" y="3355848"/>
            <a:ext cx="438912" cy="438912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2" name="Text 30"/>
          <p:cNvSpPr/>
          <p:nvPr/>
        </p:nvSpPr>
        <p:spPr>
          <a:xfrm>
            <a:off x="201168" y="3355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49808" y="3218688"/>
            <a:ext cx="813816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FFB34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68680" y="3273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run_tests()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703320" y="3328416"/>
            <a:ext cx="1078992" cy="219456"/>
          </a:xfrm>
          <a:prstGeom prst="rect">
            <a:avLst/>
          </a:prstGeom>
          <a:solidFill>
            <a:srgbClr val="1C2333"/>
          </a:solidFill>
          <a:ln w="6350">
            <a:solidFill>
              <a:srgbClr val="FFB3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03320" y="332841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3566160"/>
            <a:ext cx="7882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fix to tempdir → runs pytest with 30s timeout → returns (passed: bool, output: str) to trigger retry if needed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9184" y="395020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↓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01168" y="4178808"/>
            <a:ext cx="438912" cy="438912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40" name="Text 38"/>
          <p:cNvSpPr/>
          <p:nvPr/>
        </p:nvSpPr>
        <p:spPr>
          <a:xfrm>
            <a:off x="201168" y="4178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49808" y="4041648"/>
            <a:ext cx="813816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68680" y="4096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judge_fix()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703320" y="4151376"/>
            <a:ext cx="1078992" cy="219456"/>
          </a:xfrm>
          <a:prstGeom prst="rect">
            <a:avLst/>
          </a:prstGeom>
          <a:solidFill>
            <a:srgbClr val="1C2333"/>
          </a:solidFill>
          <a:ln w="6350">
            <a:solidFill>
              <a:srgbClr val="FF8C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03320" y="415137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68680" y="4389120"/>
            <a:ext cx="7882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judge scores the fix: correctness, safety, maintainability, completeness (1-10). Returns APPROVED / NEEDS_REVISION / REJECTED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93208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SELF-HEALING FIX LOOP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retries up to MAX_FIX_ATTEMPTS times, receiving pytest failure output each time so it learns from its mistakes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2011680" cy="7498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430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generate_fix()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61488" y="13990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011680" cy="7498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1430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run_tests()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76088" y="13990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60720" y="1143000"/>
            <a:ext cx="2011680" cy="74980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1430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181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18120" y="1572768"/>
            <a:ext cx="1143000" cy="47548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157276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judge_fix()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19385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2286000"/>
            <a:ext cx="4572000" cy="54864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2286000"/>
            <a:ext cx="54864" cy="4572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23317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loops back with pytest failure output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2688336"/>
            <a:ext cx="2514600" cy="54864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1883664"/>
            <a:ext cx="54864" cy="80467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" y="2944368"/>
            <a:ext cx="8686800" cy="1993392"/>
          </a:xfrm>
          <a:prstGeom prst="rect">
            <a:avLst/>
          </a:prstGeom>
          <a:solidFill>
            <a:srgbClr val="0A0E14"/>
          </a:solidFill>
          <a:ln w="6350">
            <a:solidFill>
              <a:srgbClr val="333A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2944368"/>
            <a:ext cx="854964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attempt in range(1, MAX_FIX_ATTEMPTS + 1):   # default: 3 attempts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fixed_code = generate_fix(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original_code, filepath, bug_analysis,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context, attempt,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previous_test_output=test_output,    # &lt;-- failure context fed back to Claude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test_passed, test_output = run_tests(fixed_code, filepath, tracer)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test_passed: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judge_verdict = judge_fix(original_code, fixed_code, ...)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else: loop — Claude sees test_output on next attempt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932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46304"/>
            <a:ext cx="1645920" cy="438912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4630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tracer.py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93392" y="146304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Bottleneck Detection &amp; Tracing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713232"/>
            <a:ext cx="4114800" cy="4224528"/>
          </a:xfrm>
          <a:prstGeom prst="rect">
            <a:avLst/>
          </a:prstGeom>
          <a:solidFill>
            <a:srgbClr val="161B22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" y="7132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TRACING MATTERS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" y="1078992"/>
            <a:ext cx="3931920" cy="1463040"/>
          </a:xfrm>
          <a:prstGeom prst="rect">
            <a:avLst/>
          </a:prstGeom>
          <a:solidFill>
            <a:srgbClr val="0A0E14"/>
          </a:solidFill>
          <a:ln w="6350">
            <a:solidFill>
              <a:srgbClr val="333A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078992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Bottleneck report printed automatically: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                         Duration  Share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generate_fix_attempt_1          5.21s  41.2% ████████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search_context                  3.82s  30.2% ██████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llm_judge                       2.60s  20.5% ████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analyze_bug                     2.12s  16.7% ███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run_tests                       1.43s  11.3% ██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🐢 Biggest bottleneck: 'generate_fix_attempt_1' (5.21s)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633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063240"/>
            <a:ext cx="109728" cy="109728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999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tracer.start_stage(name)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2095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start of any stage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447288"/>
            <a:ext cx="109728" cy="109728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tracer.end_stage(name, meta)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5935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end, record metadata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831336"/>
            <a:ext cx="109728" cy="109728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67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tracer.get_bottlenecks()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9776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list, slowest first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215384"/>
            <a:ext cx="109728" cy="109728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151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tracer.print_bottleneck_report()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3616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timing table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599432"/>
            <a:ext cx="109728" cy="109728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5354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tracer.save()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47457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traces/&lt;id&gt;.json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26280" y="713232"/>
            <a:ext cx="4389120" cy="4224528"/>
          </a:xfrm>
          <a:prstGeom prst="rect">
            <a:avLst/>
          </a:prstGeom>
          <a:solidFill>
            <a:srgbClr val="161B22"/>
          </a:solidFill>
          <a:ln w="12700">
            <a:solidFill>
              <a:srgbClr val="00C6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26280" y="71323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JSON OUTPUT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1078992"/>
            <a:ext cx="4206240" cy="3803904"/>
          </a:xfrm>
          <a:prstGeom prst="rect">
            <a:avLst/>
          </a:prstGeom>
          <a:solidFill>
            <a:srgbClr val="0A0E14"/>
          </a:solidFill>
          <a:ln w="6350">
            <a:solidFill>
              <a:srgbClr val="333A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078992"/>
            <a:ext cx="4069080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traces/review_1720000000.json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"session_id":    "review_1720000000",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"repo":          "dhara/my-project",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"started_at":    "2024-01-15T10:32:00",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"total_duration": 12.64,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"stages":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"analyze_bug":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"start":    0.0,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"end":      2.12,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"duration": 2.12,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"metadata": {"model": "gpt-4o",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"severity": "critical"}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"generate_fix_attempt_1":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"duration": 5.21,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"metadata": {"model": "claude-3-5-sonnet",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"attempt": 1}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"run_tests":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"duration": 1.43,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"metadata": {"passed": true,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"returncode": 0}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"llm_judge":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"duration": 2.60,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"metadata": {"verdict": "APPROVED",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"overall_score": 9}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"bottlenecks":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{"stage": "generate_fix_attempt_1",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"duration": 5.21},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932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46304"/>
            <a:ext cx="2011680" cy="43891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463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test_reviewer.py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59152" y="146304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Unit Tests — Automated QA for the Reviewer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" y="69494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 pytest test_reviewer.py -v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" y="1024128"/>
            <a:ext cx="429768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1A6F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024128"/>
            <a:ext cx="4297680" cy="310896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02412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TestBugAnalysis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" y="1408176"/>
            <a:ext cx="91440" cy="91440"/>
          </a:xfrm>
          <a:prstGeom prst="ellipse">
            <a:avLst/>
          </a:prstGeom>
          <a:solidFill>
            <a:srgbClr val="1A6FD4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" y="1353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keys present in analysis output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" y="1682496"/>
            <a:ext cx="91440" cy="91440"/>
          </a:xfrm>
          <a:prstGeom prst="ellipse">
            <a:avLst/>
          </a:prstGeom>
          <a:solidFill>
            <a:srgbClr val="1A6FD4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" y="16276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is one of: critical/high/medium/low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" y="1956816"/>
            <a:ext cx="91440" cy="91440"/>
          </a:xfrm>
          <a:prstGeom prst="ellipse">
            <a:avLst/>
          </a:prstGeom>
          <a:solidFill>
            <a:srgbClr val="1A6FD4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" y="19019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description not empty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" y="2231136"/>
            <a:ext cx="91440" cy="91440"/>
          </a:xfrm>
          <a:prstGeom prst="ellipse">
            <a:avLst/>
          </a:prstGeom>
          <a:solidFill>
            <a:srgbClr val="1A6FD4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" y="21762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analyze_bug() calls GPT-4o model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" y="2322576"/>
            <a:ext cx="429768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1168" y="2322576"/>
            <a:ext cx="4297680" cy="310896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232257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TestFixGeneration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" y="2706624"/>
            <a:ext cx="91440" cy="91440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" y="26517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code is syntactically valid Python (ast.parse)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" y="2980944"/>
            <a:ext cx="91440" cy="91440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" y="29260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code is not empty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" y="3255264"/>
            <a:ext cx="91440" cy="91440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" y="32004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is actually removed from the fix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" y="3529584"/>
            <a:ext cx="91440" cy="91440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" y="34747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generate_fix() uses Claude 3.5 Sonnet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" y="3803904"/>
            <a:ext cx="91440" cy="91440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" y="37490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attempt includes previous test failure context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01168" y="3621024"/>
            <a:ext cx="429768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01168" y="3621024"/>
            <a:ext cx="4297680" cy="31089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" y="36210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TestJudge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8328" y="4005072"/>
            <a:ext cx="91440" cy="914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" y="39502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output has required keys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8328" y="4279392"/>
            <a:ext cx="91440" cy="914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" y="42245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 is between 1-10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8328" y="4553712"/>
            <a:ext cx="91440" cy="914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" y="44988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is APPROVED/NEEDS_REVISION/REJECTED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8328" y="4828032"/>
            <a:ext cx="91440" cy="914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" y="47731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dimension scores are in range 1-10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38328" y="5102352"/>
            <a:ext cx="91440" cy="914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44" name="Text 42"/>
          <p:cNvSpPr/>
          <p:nvPr/>
        </p:nvSpPr>
        <p:spPr>
          <a:xfrm>
            <a:off x="493776" y="50474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judge_fix() calls GPT-4o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1024128"/>
            <a:ext cx="429768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C6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1024128"/>
            <a:ext cx="4297680" cy="310896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102412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TestTracer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00600" y="1408176"/>
            <a:ext cx="91440" cy="9144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49" name="Text 47"/>
          <p:cNvSpPr/>
          <p:nvPr/>
        </p:nvSpPr>
        <p:spPr>
          <a:xfrm>
            <a:off x="4956048" y="1353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duration is accurately measured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00600" y="1682496"/>
            <a:ext cx="91440" cy="9144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51" name="Text 49"/>
          <p:cNvSpPr/>
          <p:nvPr/>
        </p:nvSpPr>
        <p:spPr>
          <a:xfrm>
            <a:off x="4956048" y="16276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list sorted slowest-first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00600" y="1956816"/>
            <a:ext cx="91440" cy="9144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53" name="Text 51"/>
          <p:cNvSpPr/>
          <p:nvPr/>
        </p:nvSpPr>
        <p:spPr>
          <a:xfrm>
            <a:off x="4956048" y="19019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JSON file is saved correctly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63440" y="2322576"/>
            <a:ext cx="42976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63440" y="2322576"/>
            <a:ext cx="4297680" cy="31089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232257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TestEndToEndPipeline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800600" y="2706624"/>
            <a:ext cx="91440" cy="9144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58" name="Text 56"/>
          <p:cNvSpPr/>
          <p:nvPr/>
        </p:nvSpPr>
        <p:spPr>
          <a:xfrm>
            <a:off x="4956048" y="26517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passes on first attempt (all mocked)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800600" y="2980944"/>
            <a:ext cx="91440" cy="9144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60" name="Text 58"/>
          <p:cNvSpPr/>
          <p:nvPr/>
        </p:nvSpPr>
        <p:spPr>
          <a:xfrm>
            <a:off x="4956048" y="29260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retries when tests fail on attempt 1 → succeeds on attempt 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932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OPTION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HUMAN_IN_THE_LOOP=true in .env — agent pauses and waits for approval before opening a PR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4846320" cy="3337560"/>
          </a:xfrm>
          <a:prstGeom prst="rect">
            <a:avLst/>
          </a:prstGeom>
          <a:solidFill>
            <a:srgbClr val="161B22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" y="10058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APPROVAL PROMPT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" y="1371600"/>
            <a:ext cx="4663440" cy="2907792"/>
          </a:xfrm>
          <a:prstGeom prst="rect">
            <a:avLst/>
          </a:prstGeom>
          <a:solidFill>
            <a:srgbClr val="0A0E14"/>
          </a:solidFill>
          <a:ln w="6350">
            <a:solidFill>
              <a:srgbClr val="333A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71600"/>
            <a:ext cx="452628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═══════════════════════════════════════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🧑 HUMAN-IN-THE-LOOP APPROVAL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═══════════════════════════════════════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File:    src/calculator.py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Score:   9/10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Verdict: APPROVED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Summary: Fix correctly handles all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identified bugs with clean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style...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Strengths: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✅ Handles all edge cases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✅ Minimal diff from original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Concerns: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⚠️  Could add logging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═══════════════════════════════════════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Approve this fix? [y/n]: _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57800" y="1005840"/>
            <a:ext cx="3611880" cy="33375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C6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57800" y="100584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HITL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1508760"/>
            <a:ext cx="274320" cy="27432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13" name="Text 11"/>
          <p:cNvSpPr/>
          <p:nvPr/>
        </p:nvSpPr>
        <p:spPr>
          <a:xfrm>
            <a:off x="5779008" y="1444752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codebases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79008" y="169164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get human sign-off before auto-merging fixes to main branch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94960" y="2240280"/>
            <a:ext cx="274320" cy="27432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16" name="Text 14"/>
          <p:cNvSpPr/>
          <p:nvPr/>
        </p:nvSpPr>
        <p:spPr>
          <a:xfrm>
            <a:off x="5779008" y="2176272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judge score (&lt;7)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79008" y="24231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trigger HITL if judge scores below threshold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94960" y="2971800"/>
            <a:ext cx="274320" cy="27432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19" name="Text 17"/>
          <p:cNvSpPr/>
          <p:nvPr/>
        </p:nvSpPr>
        <p:spPr>
          <a:xfrm>
            <a:off x="5779008" y="2907792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severity bugs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79008" y="31546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or data-loss bugs should always require human review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94960" y="3703320"/>
            <a:ext cx="274320" cy="27432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22" name="Text 20"/>
          <p:cNvSpPr/>
          <p:nvPr/>
        </p:nvSpPr>
        <p:spPr>
          <a:xfrm>
            <a:off x="5779008" y="3639312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repositories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79008" y="38862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you trust the agent on a new codebase, keep HITL 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1168" y="4462272"/>
            <a:ext cx="8668512" cy="475488"/>
          </a:xfrm>
          <a:prstGeom prst="rect">
            <a:avLst/>
          </a:prstGeom>
          <a:solidFill>
            <a:srgbClr val="1C2333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46227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tip: Replace the input() prompt with a Slack message → webhook, or an email approval link for non-interactive deployments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PORTFOLIO-READY SYSTEM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A6F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002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webhook_server.py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673352"/>
            <a:ext cx="36576" cy="347472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60020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GitHub webhook receiver with HMAC validation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13432"/>
            <a:ext cx="84124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4048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reviewer_agent.py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2478024"/>
            <a:ext cx="36576" cy="347472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2404872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AI pipeline: GPT-4o → Tavily → Claude → pytest → GPT-4o judge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118104"/>
            <a:ext cx="84124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2095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tracer.py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3282696"/>
            <a:ext cx="36576" cy="347472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3209544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bottleneck report saved as JSON after every run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922776"/>
            <a:ext cx="84124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FFB34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40142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test_reviewer.py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0" y="4087368"/>
            <a:ext cx="36576" cy="347472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4014216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 classes covering mock pipeline + retry loop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GPT-4o  ·  Claude 3.5 Sonnet  ·  Tavily  ·  Flask  ·  pytest  ·  GitHub API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2026-06-24T09:10:24Z</dcterms:created>
  <dcterms:modified xsi:type="dcterms:W3CDTF">2026-06-24T09:10:24Z</dcterms:modified>
</cp:coreProperties>
</file>