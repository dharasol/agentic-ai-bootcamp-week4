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388" r:id="rId5"/>
    <p:sldId id="256" r:id="rId6"/>
    <p:sldId id="390" r:id="rId7"/>
    <p:sldId id="391" r:id="rId8"/>
    <p:sldId id="392" r:id="rId9"/>
    <p:sldId id="393" r:id="rId10"/>
    <p:sldId id="403" r:id="rId11"/>
    <p:sldId id="395" r:id="rId12"/>
    <p:sldId id="404" r:id="rId13"/>
    <p:sldId id="40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FB8B50-3E1F-A08D-EDD6-F0D3AE2D4550}" name="Tammy Cornejo" initials="TC" userId="S::tammyc@anitab.org::723a1afd-9868-4de2-822d-e2bc693909e6" providerId="AD"/>
  <p188:author id="{358C79B5-0E44-DCE3-D007-3E9EB4FA0F1E}" name="Mallory Hill" initials="MH" userId="S::malloryh@anitab.org::2276e9e9-ddd2-47cc-a1b8-ddca9f7af10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238E"/>
    <a:srgbClr val="5C2D91"/>
    <a:srgbClr val="005AAA"/>
    <a:srgbClr val="3EBFA1"/>
    <a:srgbClr val="9146E8"/>
    <a:srgbClr val="34B299"/>
    <a:srgbClr val="F1922C"/>
    <a:srgbClr val="3BB79D"/>
    <a:srgbClr val="F8972A"/>
    <a:srgbClr val="FFB8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E4F744-566E-4028-B739-604AD1BAC773}" v="7" dt="2026-06-04T08:27:52.2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55"/>
    <p:restoredTop sz="94638"/>
  </p:normalViewPr>
  <p:slideViewPr>
    <p:cSldViewPr snapToGrid="0">
      <p:cViewPr varScale="1">
        <p:scale>
          <a:sx n="70" d="100"/>
          <a:sy n="70" d="100"/>
        </p:scale>
        <p:origin x="196" y="52"/>
      </p:cViewPr>
      <p:guideLst/>
    </p:cSldViewPr>
  </p:slideViewPr>
  <p:notesTextViewPr>
    <p:cViewPr>
      <p:scale>
        <a:sx n="1" d="1"/>
        <a:sy n="1" d="1"/>
      </p:scale>
      <p:origin x="0" y="0"/>
    </p:cViewPr>
  </p:notesTextViewPr>
  <p:notesViewPr>
    <p:cSldViewPr snapToGrid="0">
      <p:cViewPr>
        <p:scale>
          <a:sx n="1" d="2"/>
          <a:sy n="1" d="2"/>
        </p:scale>
        <p:origin x="4328" y="15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864B3A-8722-9AF7-5EC3-AE0D0C70FEA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2E2C2BB-178D-E7BD-562A-446597C3862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3F56F4D-BF57-1642-B043-D71AF46332F6}" type="datetimeFigureOut">
              <a:rPr lang="en-US" smtClean="0"/>
              <a:t>6/4/2026</a:t>
            </a:fld>
            <a:endParaRPr lang="en-US"/>
          </a:p>
        </p:txBody>
      </p:sp>
      <p:sp>
        <p:nvSpPr>
          <p:cNvPr id="4" name="Footer Placeholder 3">
            <a:extLst>
              <a:ext uri="{FF2B5EF4-FFF2-40B4-BE49-F238E27FC236}">
                <a16:creationId xmlns:a16="http://schemas.microsoft.com/office/drawing/2014/main" id="{5B141684-0473-8FBD-A7C9-175984E44B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6F97837-D218-B6D6-38D2-87E4C8415B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CA1B25-DEE6-774E-96C3-C1BB86269CF1}" type="slidenum">
              <a:rPr lang="en-US" smtClean="0"/>
              <a:t>‹#›</a:t>
            </a:fld>
            <a:endParaRPr lang="en-US"/>
          </a:p>
        </p:txBody>
      </p:sp>
    </p:spTree>
    <p:extLst>
      <p:ext uri="{BB962C8B-B14F-4D97-AF65-F5344CB8AC3E}">
        <p14:creationId xmlns:p14="http://schemas.microsoft.com/office/powerpoint/2010/main" val="8239751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96163E-2687-0A4E-A290-B3ED83DC2048}" type="datetimeFigureOut">
              <a:rPr lang="en-US" smtClean="0"/>
              <a:t>6/4/2026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407460-1F59-D64F-9F02-4F7FA86A695B}" type="slidenum">
              <a:rPr lang="en-US" smtClean="0"/>
              <a:t>‹#›</a:t>
            </a:fld>
            <a:endParaRPr lang="en-US"/>
          </a:p>
        </p:txBody>
      </p:sp>
    </p:spTree>
    <p:extLst>
      <p:ext uri="{BB962C8B-B14F-4D97-AF65-F5344CB8AC3E}">
        <p14:creationId xmlns:p14="http://schemas.microsoft.com/office/powerpoint/2010/main" val="2158204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407460-1F59-D64F-9F02-4F7FA86A695B}" type="slidenum">
              <a:rPr lang="en-US" smtClean="0"/>
              <a:t>7</a:t>
            </a:fld>
            <a:endParaRPr lang="en-US"/>
          </a:p>
        </p:txBody>
      </p:sp>
    </p:spTree>
    <p:extLst>
      <p:ext uri="{BB962C8B-B14F-4D97-AF65-F5344CB8AC3E}">
        <p14:creationId xmlns:p14="http://schemas.microsoft.com/office/powerpoint/2010/main" val="7690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407460-1F59-D64F-9F02-4F7FA86A695B}" type="slidenum">
              <a:rPr lang="en-US" smtClean="0"/>
              <a:t>9</a:t>
            </a:fld>
            <a:endParaRPr lang="en-US"/>
          </a:p>
        </p:txBody>
      </p:sp>
    </p:spTree>
    <p:extLst>
      <p:ext uri="{BB962C8B-B14F-4D97-AF65-F5344CB8AC3E}">
        <p14:creationId xmlns:p14="http://schemas.microsoft.com/office/powerpoint/2010/main" val="25878687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5663B8-9FED-7347-71D3-45C5C9B7BC3B}"/>
              </a:ext>
            </a:extLst>
          </p:cNvPr>
          <p:cNvSpPr/>
          <p:nvPr userDrawn="1"/>
        </p:nvSpPr>
        <p:spPr>
          <a:xfrm>
            <a:off x="297593" y="5882326"/>
            <a:ext cx="1640264" cy="65987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EF3620F8-7E26-E449-F3B7-9EC8108B7998}"/>
              </a:ext>
            </a:extLst>
          </p:cNvPr>
          <p:cNvSpPr>
            <a:spLocks noGrp="1"/>
          </p:cNvSpPr>
          <p:nvPr>
            <p:ph type="ctrTitle"/>
          </p:nvPr>
        </p:nvSpPr>
        <p:spPr>
          <a:xfrm>
            <a:off x="1524000" y="2637873"/>
            <a:ext cx="9144000" cy="1109834"/>
          </a:xfrm>
          <a:prstGeom prst="rect">
            <a:avLst/>
          </a:prstGeom>
        </p:spPr>
        <p:txBody>
          <a:bodyPr anchor="b">
            <a:normAutofit/>
          </a:bodyPr>
          <a:lstStyle>
            <a:lvl1pPr algn="ctr">
              <a:defRPr sz="4400" b="1" baseline="0"/>
            </a:lvl1pPr>
          </a:lstStyle>
          <a:p>
            <a:r>
              <a:rPr lang="en-US"/>
              <a:t>Click to edit Master title style</a:t>
            </a:r>
          </a:p>
        </p:txBody>
      </p:sp>
      <p:pic>
        <p:nvPicPr>
          <p:cNvPr id="5" name="Picture 4">
            <a:extLst>
              <a:ext uri="{FF2B5EF4-FFF2-40B4-BE49-F238E27FC236}">
                <a16:creationId xmlns:a16="http://schemas.microsoft.com/office/drawing/2014/main" id="{5E7EBBEC-EC6C-43CF-0D29-E0AA7DA37CA3}"/>
              </a:ext>
            </a:extLst>
          </p:cNvPr>
          <p:cNvPicPr>
            <a:picLocks noChangeAspect="1"/>
          </p:cNvPicPr>
          <p:nvPr userDrawn="1"/>
        </p:nvPicPr>
        <p:blipFill>
          <a:blip r:embed="rId2"/>
          <a:srcRect b="28796"/>
          <a:stretch/>
        </p:blipFill>
        <p:spPr>
          <a:xfrm>
            <a:off x="-89900" y="2454993"/>
            <a:ext cx="12367368" cy="4403007"/>
          </a:xfrm>
          <a:prstGeom prst="rect">
            <a:avLst/>
          </a:prstGeom>
        </p:spPr>
      </p:pic>
      <p:sp>
        <p:nvSpPr>
          <p:cNvPr id="3" name="Subtitle 2">
            <a:extLst>
              <a:ext uri="{FF2B5EF4-FFF2-40B4-BE49-F238E27FC236}">
                <a16:creationId xmlns:a16="http://schemas.microsoft.com/office/drawing/2014/main" id="{DF9165AA-F3F2-F618-AF66-4B528EA911CF}"/>
              </a:ext>
            </a:extLst>
          </p:cNvPr>
          <p:cNvSpPr>
            <a:spLocks noGrp="1"/>
          </p:cNvSpPr>
          <p:nvPr>
            <p:ph type="subTitle" idx="1"/>
          </p:nvPr>
        </p:nvSpPr>
        <p:spPr>
          <a:xfrm>
            <a:off x="1524000" y="3839782"/>
            <a:ext cx="9144000" cy="1054970"/>
          </a:xfrm>
        </p:spPr>
        <p:txBody>
          <a:bodyPr>
            <a:normAutofit/>
          </a:bodyPr>
          <a:lstStyle>
            <a:lvl1pPr marL="0" indent="0" algn="ctr">
              <a:buNone/>
              <a:defRPr sz="20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6" name="Straight Connector 5">
            <a:extLst>
              <a:ext uri="{FF2B5EF4-FFF2-40B4-BE49-F238E27FC236}">
                <a16:creationId xmlns:a16="http://schemas.microsoft.com/office/drawing/2014/main" id="{3978928D-E2F7-3347-8656-08E28E6F8872}"/>
              </a:ext>
            </a:extLst>
          </p:cNvPr>
          <p:cNvCxnSpPr/>
          <p:nvPr userDrawn="1"/>
        </p:nvCxnSpPr>
        <p:spPr>
          <a:xfrm>
            <a:off x="1895842" y="2454993"/>
            <a:ext cx="8334532" cy="0"/>
          </a:xfrm>
          <a:prstGeom prst="line">
            <a:avLst/>
          </a:prstGeom>
          <a:ln w="28575">
            <a:gradFill>
              <a:gsLst>
                <a:gs pos="0">
                  <a:schemeClr val="accent5"/>
                </a:gs>
                <a:gs pos="100000">
                  <a:schemeClr val="tx1"/>
                </a:gs>
              </a:gsLst>
              <a:lin ang="0" scaled="0"/>
            </a:gradFill>
          </a:ln>
        </p:spPr>
        <p:style>
          <a:lnRef idx="1">
            <a:schemeClr val="accent1"/>
          </a:lnRef>
          <a:fillRef idx="0">
            <a:schemeClr val="accent1"/>
          </a:fillRef>
          <a:effectRef idx="0">
            <a:schemeClr val="accent1"/>
          </a:effectRef>
          <a:fontRef idx="minor">
            <a:schemeClr val="tx1"/>
          </a:fontRef>
        </p:style>
      </p:cxnSp>
      <p:pic>
        <p:nvPicPr>
          <p:cNvPr id="8" name="Google Shape;20;p18" title="Logo-02.png">
            <a:extLst>
              <a:ext uri="{FF2B5EF4-FFF2-40B4-BE49-F238E27FC236}">
                <a16:creationId xmlns:a16="http://schemas.microsoft.com/office/drawing/2014/main" id="{05286E34-6C03-2ECD-FB88-63A9CB481998}"/>
              </a:ext>
            </a:extLst>
          </p:cNvPr>
          <p:cNvPicPr preferRelativeResize="0"/>
          <p:nvPr userDrawn="1"/>
        </p:nvPicPr>
        <p:blipFill>
          <a:blip r:embed="rId3">
            <a:alphaModFix/>
          </a:blip>
          <a:stretch>
            <a:fillRect/>
          </a:stretch>
        </p:blipFill>
        <p:spPr>
          <a:xfrm>
            <a:off x="4680162" y="762736"/>
            <a:ext cx="2765901" cy="1364050"/>
          </a:xfrm>
          <a:prstGeom prst="rect">
            <a:avLst/>
          </a:prstGeom>
          <a:noFill/>
          <a:ln>
            <a:noFill/>
          </a:ln>
        </p:spPr>
      </p:pic>
    </p:spTree>
    <p:extLst>
      <p:ext uri="{BB962C8B-B14F-4D97-AF65-F5344CB8AC3E}">
        <p14:creationId xmlns:p14="http://schemas.microsoft.com/office/powerpoint/2010/main" val="2069256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BEF9F8-08BF-BD43-132F-0947E420C415}"/>
              </a:ext>
            </a:extLst>
          </p:cNvPr>
          <p:cNvPicPr>
            <a:picLocks noChangeAspect="1"/>
          </p:cNvPicPr>
          <p:nvPr userDrawn="1"/>
        </p:nvPicPr>
        <p:blipFill>
          <a:blip r:embed="rId2"/>
          <a:srcRect b="14324"/>
          <a:stretch/>
        </p:blipFill>
        <p:spPr>
          <a:xfrm>
            <a:off x="-62400" y="1560115"/>
            <a:ext cx="12367368" cy="5297885"/>
          </a:xfrm>
          <a:prstGeom prst="rect">
            <a:avLst/>
          </a:prstGeom>
        </p:spPr>
      </p:pic>
      <p:pic>
        <p:nvPicPr>
          <p:cNvPr id="6" name="Google Shape;20;p18" title="Logo-02.png">
            <a:extLst>
              <a:ext uri="{FF2B5EF4-FFF2-40B4-BE49-F238E27FC236}">
                <a16:creationId xmlns:a16="http://schemas.microsoft.com/office/drawing/2014/main" id="{3845CAA0-1413-05CB-FAE8-FA5AB31168B5}"/>
              </a:ext>
            </a:extLst>
          </p:cNvPr>
          <p:cNvPicPr preferRelativeResize="0"/>
          <p:nvPr userDrawn="1"/>
        </p:nvPicPr>
        <p:blipFill>
          <a:blip r:embed="rId3">
            <a:alphaModFix/>
          </a:blip>
          <a:stretch>
            <a:fillRect/>
          </a:stretch>
        </p:blipFill>
        <p:spPr>
          <a:xfrm>
            <a:off x="4170688" y="1439890"/>
            <a:ext cx="3850624" cy="1898999"/>
          </a:xfrm>
          <a:prstGeom prst="rect">
            <a:avLst/>
          </a:prstGeom>
          <a:noFill/>
          <a:ln>
            <a:noFill/>
          </a:ln>
        </p:spPr>
      </p:pic>
      <p:sp>
        <p:nvSpPr>
          <p:cNvPr id="5" name="Rectangle 4">
            <a:extLst>
              <a:ext uri="{FF2B5EF4-FFF2-40B4-BE49-F238E27FC236}">
                <a16:creationId xmlns:a16="http://schemas.microsoft.com/office/drawing/2014/main" id="{5CDF9E7D-6386-36A2-1023-53A2110C0A59}"/>
              </a:ext>
            </a:extLst>
          </p:cNvPr>
          <p:cNvSpPr/>
          <p:nvPr userDrawn="1"/>
        </p:nvSpPr>
        <p:spPr>
          <a:xfrm>
            <a:off x="297593" y="5882326"/>
            <a:ext cx="1640264" cy="65987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11726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5" name="Content Placeholder 2">
            <a:extLst>
              <a:ext uri="{FF2B5EF4-FFF2-40B4-BE49-F238E27FC236}">
                <a16:creationId xmlns:a16="http://schemas.microsoft.com/office/drawing/2014/main" id="{9E5C4BF1-6959-4920-B12F-96157F05146A}"/>
              </a:ext>
            </a:extLst>
          </p:cNvPr>
          <p:cNvSpPr>
            <a:spLocks noGrp="1"/>
          </p:cNvSpPr>
          <p:nvPr>
            <p:ph idx="1"/>
          </p:nvPr>
        </p:nvSpPr>
        <p:spPr>
          <a:xfrm>
            <a:off x="403413" y="1479176"/>
            <a:ext cx="11379615"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ubtitle 2">
            <a:extLst>
              <a:ext uri="{FF2B5EF4-FFF2-40B4-BE49-F238E27FC236}">
                <a16:creationId xmlns:a16="http://schemas.microsoft.com/office/drawing/2014/main" id="{06DF74DC-588A-BE96-199A-80C1209B6BF1}"/>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203789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Slide - 2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A0B5AD-BC42-99CC-A0D8-E88EDD8BC96E}"/>
              </a:ext>
            </a:extLst>
          </p:cNvPr>
          <p:cNvSpPr>
            <a:spLocks noGrp="1"/>
          </p:cNvSpPr>
          <p:nvPr>
            <p:ph sz="half" idx="1"/>
          </p:nvPr>
        </p:nvSpPr>
        <p:spPr>
          <a:xfrm>
            <a:off x="398929" y="1478216"/>
            <a:ext cx="555031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B01214-63AC-CA44-1379-4746B648F35E}"/>
              </a:ext>
            </a:extLst>
          </p:cNvPr>
          <p:cNvSpPr>
            <a:spLocks noGrp="1"/>
          </p:cNvSpPr>
          <p:nvPr>
            <p:ph sz="half" idx="2"/>
          </p:nvPr>
        </p:nvSpPr>
        <p:spPr>
          <a:xfrm>
            <a:off x="6242758" y="1478216"/>
            <a:ext cx="5553002"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Placeholder 1">
            <a:extLst>
              <a:ext uri="{FF2B5EF4-FFF2-40B4-BE49-F238E27FC236}">
                <a16:creationId xmlns:a16="http://schemas.microsoft.com/office/drawing/2014/main" id="{01160761-CC8A-C255-CD53-C509786231FA}"/>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7" name="Subtitle 2">
            <a:extLst>
              <a:ext uri="{FF2B5EF4-FFF2-40B4-BE49-F238E27FC236}">
                <a16:creationId xmlns:a16="http://schemas.microsoft.com/office/drawing/2014/main" id="{0F32A6B9-D450-F1D5-F1D2-7B764E98E19F}"/>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4103243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1">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pic>
        <p:nvPicPr>
          <p:cNvPr id="4" name="Graphic 3">
            <a:extLst>
              <a:ext uri="{FF2B5EF4-FFF2-40B4-BE49-F238E27FC236}">
                <a16:creationId xmlns:a16="http://schemas.microsoft.com/office/drawing/2014/main" id="{7A28E6AB-04C1-4370-7D3B-8EBFAA3345D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7381" b="31259"/>
          <a:stretch/>
        </p:blipFill>
        <p:spPr>
          <a:xfrm>
            <a:off x="7038752" y="21267"/>
            <a:ext cx="5217043" cy="3407734"/>
          </a:xfrm>
          <a:prstGeom prst="rect">
            <a:avLst/>
          </a:prstGeom>
        </p:spPr>
      </p:pic>
      <p:sp>
        <p:nvSpPr>
          <p:cNvPr id="6" name="Content Placeholder 2">
            <a:extLst>
              <a:ext uri="{FF2B5EF4-FFF2-40B4-BE49-F238E27FC236}">
                <a16:creationId xmlns:a16="http://schemas.microsoft.com/office/drawing/2014/main" id="{F204856C-BCB8-380A-A3B7-D2EA43CA3D43}"/>
              </a:ext>
            </a:extLst>
          </p:cNvPr>
          <p:cNvSpPr>
            <a:spLocks noGrp="1"/>
          </p:cNvSpPr>
          <p:nvPr>
            <p:ph idx="1"/>
          </p:nvPr>
        </p:nvSpPr>
        <p:spPr>
          <a:xfrm>
            <a:off x="403413" y="1479176"/>
            <a:ext cx="11379615"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2">
            <a:extLst>
              <a:ext uri="{FF2B5EF4-FFF2-40B4-BE49-F238E27FC236}">
                <a16:creationId xmlns:a16="http://schemas.microsoft.com/office/drawing/2014/main" id="{98BEC348-7CC4-655D-BA2E-207E75C74F53}"/>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559882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2">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pic>
        <p:nvPicPr>
          <p:cNvPr id="2" name="Graphic 1">
            <a:extLst>
              <a:ext uri="{FF2B5EF4-FFF2-40B4-BE49-F238E27FC236}">
                <a16:creationId xmlns:a16="http://schemas.microsoft.com/office/drawing/2014/main" id="{CFCDE480-9BF6-29A9-C4F3-B49B5B18543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7753"/>
          <a:stretch/>
        </p:blipFill>
        <p:spPr>
          <a:xfrm rot="16200000" flipV="1">
            <a:off x="7528779" y="-375575"/>
            <a:ext cx="4282541" cy="5214024"/>
          </a:xfrm>
          <a:prstGeom prst="rect">
            <a:avLst/>
          </a:prstGeom>
        </p:spPr>
      </p:pic>
      <p:sp>
        <p:nvSpPr>
          <p:cNvPr id="6" name="Content Placeholder 2">
            <a:extLst>
              <a:ext uri="{FF2B5EF4-FFF2-40B4-BE49-F238E27FC236}">
                <a16:creationId xmlns:a16="http://schemas.microsoft.com/office/drawing/2014/main" id="{850D5725-1CC4-A4A2-9EDA-9E424D1C848C}"/>
              </a:ext>
            </a:extLst>
          </p:cNvPr>
          <p:cNvSpPr>
            <a:spLocks noGrp="1"/>
          </p:cNvSpPr>
          <p:nvPr>
            <p:ph idx="1"/>
          </p:nvPr>
        </p:nvSpPr>
        <p:spPr>
          <a:xfrm>
            <a:off x="403413" y="1479176"/>
            <a:ext cx="11379615"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2">
            <a:extLst>
              <a:ext uri="{FF2B5EF4-FFF2-40B4-BE49-F238E27FC236}">
                <a16:creationId xmlns:a16="http://schemas.microsoft.com/office/drawing/2014/main" id="{925D2A8D-890F-9057-5BF4-1FF174AA82FD}"/>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419846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3">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1F373B7-6F5A-67EA-EE91-86F0300216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7047" y="23944"/>
            <a:ext cx="10098118" cy="5049059"/>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5" name="Content Placeholder 2">
            <a:extLst>
              <a:ext uri="{FF2B5EF4-FFF2-40B4-BE49-F238E27FC236}">
                <a16:creationId xmlns:a16="http://schemas.microsoft.com/office/drawing/2014/main" id="{2BD8DB83-2528-E1FE-B517-23C457A4901D}"/>
              </a:ext>
            </a:extLst>
          </p:cNvPr>
          <p:cNvSpPr>
            <a:spLocks noGrp="1"/>
          </p:cNvSpPr>
          <p:nvPr>
            <p:ph idx="1"/>
          </p:nvPr>
        </p:nvSpPr>
        <p:spPr>
          <a:xfrm>
            <a:off x="403413" y="1479176"/>
            <a:ext cx="11379615"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ubtitle 2">
            <a:extLst>
              <a:ext uri="{FF2B5EF4-FFF2-40B4-BE49-F238E27FC236}">
                <a16:creationId xmlns:a16="http://schemas.microsoft.com/office/drawing/2014/main" id="{B7E312E0-EADB-FF5C-D108-E61EB95366F1}"/>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023608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4">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pic>
        <p:nvPicPr>
          <p:cNvPr id="5" name="Graphic 4">
            <a:extLst>
              <a:ext uri="{FF2B5EF4-FFF2-40B4-BE49-F238E27FC236}">
                <a16:creationId xmlns:a16="http://schemas.microsoft.com/office/drawing/2014/main" id="{C0771FC0-37FA-7C6A-CBFE-C5F473BAE17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5918" b="33155"/>
          <a:stretch/>
        </p:blipFill>
        <p:spPr>
          <a:xfrm>
            <a:off x="6879265" y="26536"/>
            <a:ext cx="5376532" cy="3322720"/>
          </a:xfrm>
          <a:prstGeom prst="rect">
            <a:avLst/>
          </a:prstGeom>
        </p:spPr>
      </p:pic>
      <p:sp>
        <p:nvSpPr>
          <p:cNvPr id="4" name="Content Placeholder 2">
            <a:extLst>
              <a:ext uri="{FF2B5EF4-FFF2-40B4-BE49-F238E27FC236}">
                <a16:creationId xmlns:a16="http://schemas.microsoft.com/office/drawing/2014/main" id="{18B26CDC-FCAC-B4F1-54BD-39CBD2B57999}"/>
              </a:ext>
            </a:extLst>
          </p:cNvPr>
          <p:cNvSpPr>
            <a:spLocks noGrp="1"/>
          </p:cNvSpPr>
          <p:nvPr>
            <p:ph idx="1"/>
          </p:nvPr>
        </p:nvSpPr>
        <p:spPr>
          <a:xfrm>
            <a:off x="403413" y="1479176"/>
            <a:ext cx="11379615"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ubtitle 2">
            <a:extLst>
              <a:ext uri="{FF2B5EF4-FFF2-40B4-BE49-F238E27FC236}">
                <a16:creationId xmlns:a16="http://schemas.microsoft.com/office/drawing/2014/main" id="{94B640E0-A84A-C3C0-E636-4C3B44765D25}"/>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63351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5">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pic>
        <p:nvPicPr>
          <p:cNvPr id="5" name="Graphic 4">
            <a:extLst>
              <a:ext uri="{FF2B5EF4-FFF2-40B4-BE49-F238E27FC236}">
                <a16:creationId xmlns:a16="http://schemas.microsoft.com/office/drawing/2014/main" id="{6DA52736-FEB9-B9FF-0F0D-E6731FC2358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5905" b="30057"/>
          <a:stretch/>
        </p:blipFill>
        <p:spPr>
          <a:xfrm rot="10800000" flipH="1">
            <a:off x="7325832" y="3710762"/>
            <a:ext cx="4929965" cy="3211035"/>
          </a:xfrm>
          <a:prstGeom prst="rect">
            <a:avLst/>
          </a:prstGeom>
        </p:spPr>
      </p:pic>
      <p:sp>
        <p:nvSpPr>
          <p:cNvPr id="4" name="Content Placeholder 2">
            <a:extLst>
              <a:ext uri="{FF2B5EF4-FFF2-40B4-BE49-F238E27FC236}">
                <a16:creationId xmlns:a16="http://schemas.microsoft.com/office/drawing/2014/main" id="{5A852557-D34A-6E39-DB26-3692D466A283}"/>
              </a:ext>
            </a:extLst>
          </p:cNvPr>
          <p:cNvSpPr>
            <a:spLocks noGrp="1"/>
          </p:cNvSpPr>
          <p:nvPr>
            <p:ph idx="1"/>
          </p:nvPr>
        </p:nvSpPr>
        <p:spPr>
          <a:xfrm>
            <a:off x="403413" y="1479176"/>
            <a:ext cx="11379615"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ubtitle 2">
            <a:extLst>
              <a:ext uri="{FF2B5EF4-FFF2-40B4-BE49-F238E27FC236}">
                <a16:creationId xmlns:a16="http://schemas.microsoft.com/office/drawing/2014/main" id="{AB11C4EE-582D-5CA6-0256-7CAEF3634B03}"/>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387522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Purple Column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02B53C-65AF-B419-F5E2-DDEDC1752CF2}"/>
              </a:ext>
            </a:extLst>
          </p:cNvPr>
          <p:cNvSpPr/>
          <p:nvPr userDrawn="1"/>
        </p:nvSpPr>
        <p:spPr>
          <a:xfrm>
            <a:off x="8297337" y="90311"/>
            <a:ext cx="4342286" cy="6842775"/>
          </a:xfrm>
          <a:custGeom>
            <a:avLst/>
            <a:gdLst>
              <a:gd name="connsiteX0" fmla="*/ 0 w 3687530"/>
              <a:gd name="connsiteY0" fmla="*/ 0 h 6831486"/>
              <a:gd name="connsiteX1" fmla="*/ 3687530 w 3687530"/>
              <a:gd name="connsiteY1" fmla="*/ 0 h 6831486"/>
              <a:gd name="connsiteX2" fmla="*/ 3687530 w 3687530"/>
              <a:gd name="connsiteY2" fmla="*/ 6831486 h 6831486"/>
              <a:gd name="connsiteX3" fmla="*/ 0 w 3687530"/>
              <a:gd name="connsiteY3" fmla="*/ 6831486 h 6831486"/>
              <a:gd name="connsiteX4" fmla="*/ 0 w 3687530"/>
              <a:gd name="connsiteY4" fmla="*/ 0 h 6831486"/>
              <a:gd name="connsiteX0" fmla="*/ 654756 w 4342286"/>
              <a:gd name="connsiteY0" fmla="*/ 0 h 6842775"/>
              <a:gd name="connsiteX1" fmla="*/ 4342286 w 4342286"/>
              <a:gd name="connsiteY1" fmla="*/ 0 h 6842775"/>
              <a:gd name="connsiteX2" fmla="*/ 4342286 w 4342286"/>
              <a:gd name="connsiteY2" fmla="*/ 6831486 h 6842775"/>
              <a:gd name="connsiteX3" fmla="*/ 0 w 4342286"/>
              <a:gd name="connsiteY3" fmla="*/ 6842775 h 6842775"/>
              <a:gd name="connsiteX4" fmla="*/ 654756 w 4342286"/>
              <a:gd name="connsiteY4" fmla="*/ 0 h 6842775"/>
              <a:gd name="connsiteX0" fmla="*/ 891822 w 4342286"/>
              <a:gd name="connsiteY0" fmla="*/ 11289 h 6842775"/>
              <a:gd name="connsiteX1" fmla="*/ 4342286 w 4342286"/>
              <a:gd name="connsiteY1" fmla="*/ 0 h 6842775"/>
              <a:gd name="connsiteX2" fmla="*/ 4342286 w 4342286"/>
              <a:gd name="connsiteY2" fmla="*/ 6831486 h 6842775"/>
              <a:gd name="connsiteX3" fmla="*/ 0 w 4342286"/>
              <a:gd name="connsiteY3" fmla="*/ 6842775 h 6842775"/>
              <a:gd name="connsiteX4" fmla="*/ 891822 w 4342286"/>
              <a:gd name="connsiteY4" fmla="*/ 11289 h 6842775"/>
              <a:gd name="connsiteX0" fmla="*/ 1117599 w 4342286"/>
              <a:gd name="connsiteY0" fmla="*/ 22578 h 6842775"/>
              <a:gd name="connsiteX1" fmla="*/ 4342286 w 4342286"/>
              <a:gd name="connsiteY1" fmla="*/ 0 h 6842775"/>
              <a:gd name="connsiteX2" fmla="*/ 4342286 w 4342286"/>
              <a:gd name="connsiteY2" fmla="*/ 6831486 h 6842775"/>
              <a:gd name="connsiteX3" fmla="*/ 0 w 4342286"/>
              <a:gd name="connsiteY3" fmla="*/ 6842775 h 6842775"/>
              <a:gd name="connsiteX4" fmla="*/ 1117599 w 4342286"/>
              <a:gd name="connsiteY4" fmla="*/ 22578 h 6842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2286" h="6842775">
                <a:moveTo>
                  <a:pt x="1117599" y="22578"/>
                </a:moveTo>
                <a:lnTo>
                  <a:pt x="4342286" y="0"/>
                </a:lnTo>
                <a:lnTo>
                  <a:pt x="4342286" y="6831486"/>
                </a:lnTo>
                <a:lnTo>
                  <a:pt x="0" y="6842775"/>
                </a:lnTo>
                <a:lnTo>
                  <a:pt x="1117599" y="22578"/>
                </a:lnTo>
                <a:close/>
              </a:path>
            </a:pathLst>
          </a:cu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Graphic 3">
            <a:extLst>
              <a:ext uri="{FF2B5EF4-FFF2-40B4-BE49-F238E27FC236}">
                <a16:creationId xmlns:a16="http://schemas.microsoft.com/office/drawing/2014/main" id="{9E93A358-37DF-D0BF-DF08-67C36A62F90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5503" b="29905"/>
          <a:stretch/>
        </p:blipFill>
        <p:spPr>
          <a:xfrm rot="10800000" flipH="1">
            <a:off x="7429401" y="3801067"/>
            <a:ext cx="4816419" cy="3120728"/>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dirty="0"/>
              <a:t>Click to edit Master title style</a:t>
            </a:r>
          </a:p>
        </p:txBody>
      </p:sp>
      <p:sp>
        <p:nvSpPr>
          <p:cNvPr id="6" name="Content Placeholder 2">
            <a:extLst>
              <a:ext uri="{FF2B5EF4-FFF2-40B4-BE49-F238E27FC236}">
                <a16:creationId xmlns:a16="http://schemas.microsoft.com/office/drawing/2014/main" id="{9C06C21A-D380-E1D4-0E59-89A5750FC86D}"/>
              </a:ext>
            </a:extLst>
          </p:cNvPr>
          <p:cNvSpPr>
            <a:spLocks noGrp="1"/>
          </p:cNvSpPr>
          <p:nvPr>
            <p:ph idx="1"/>
          </p:nvPr>
        </p:nvSpPr>
        <p:spPr>
          <a:xfrm>
            <a:off x="403414" y="1479176"/>
            <a:ext cx="8429502"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2">
            <a:extLst>
              <a:ext uri="{FF2B5EF4-FFF2-40B4-BE49-F238E27FC236}">
                <a16:creationId xmlns:a16="http://schemas.microsoft.com/office/drawing/2014/main" id="{A9B736ED-F5D9-7485-1C4E-0AF8DF4406A8}"/>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661250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mall Purple Colum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02B53C-65AF-B419-F5E2-DDEDC1752CF2}"/>
              </a:ext>
            </a:extLst>
          </p:cNvPr>
          <p:cNvSpPr/>
          <p:nvPr userDrawn="1"/>
        </p:nvSpPr>
        <p:spPr>
          <a:xfrm>
            <a:off x="6965244" y="90311"/>
            <a:ext cx="5674379" cy="6842775"/>
          </a:xfrm>
          <a:custGeom>
            <a:avLst/>
            <a:gdLst>
              <a:gd name="connsiteX0" fmla="*/ 0 w 3687530"/>
              <a:gd name="connsiteY0" fmla="*/ 0 h 6831486"/>
              <a:gd name="connsiteX1" fmla="*/ 3687530 w 3687530"/>
              <a:gd name="connsiteY1" fmla="*/ 0 h 6831486"/>
              <a:gd name="connsiteX2" fmla="*/ 3687530 w 3687530"/>
              <a:gd name="connsiteY2" fmla="*/ 6831486 h 6831486"/>
              <a:gd name="connsiteX3" fmla="*/ 0 w 3687530"/>
              <a:gd name="connsiteY3" fmla="*/ 6831486 h 6831486"/>
              <a:gd name="connsiteX4" fmla="*/ 0 w 3687530"/>
              <a:gd name="connsiteY4" fmla="*/ 0 h 6831486"/>
              <a:gd name="connsiteX0" fmla="*/ 654756 w 4342286"/>
              <a:gd name="connsiteY0" fmla="*/ 0 h 6842775"/>
              <a:gd name="connsiteX1" fmla="*/ 4342286 w 4342286"/>
              <a:gd name="connsiteY1" fmla="*/ 0 h 6842775"/>
              <a:gd name="connsiteX2" fmla="*/ 4342286 w 4342286"/>
              <a:gd name="connsiteY2" fmla="*/ 6831486 h 6842775"/>
              <a:gd name="connsiteX3" fmla="*/ 0 w 4342286"/>
              <a:gd name="connsiteY3" fmla="*/ 6842775 h 6842775"/>
              <a:gd name="connsiteX4" fmla="*/ 654756 w 4342286"/>
              <a:gd name="connsiteY4" fmla="*/ 0 h 6842775"/>
              <a:gd name="connsiteX0" fmla="*/ 891822 w 4342286"/>
              <a:gd name="connsiteY0" fmla="*/ 11289 h 6842775"/>
              <a:gd name="connsiteX1" fmla="*/ 4342286 w 4342286"/>
              <a:gd name="connsiteY1" fmla="*/ 0 h 6842775"/>
              <a:gd name="connsiteX2" fmla="*/ 4342286 w 4342286"/>
              <a:gd name="connsiteY2" fmla="*/ 6831486 h 6842775"/>
              <a:gd name="connsiteX3" fmla="*/ 0 w 4342286"/>
              <a:gd name="connsiteY3" fmla="*/ 6842775 h 6842775"/>
              <a:gd name="connsiteX4" fmla="*/ 891822 w 4342286"/>
              <a:gd name="connsiteY4" fmla="*/ 11289 h 6842775"/>
              <a:gd name="connsiteX0" fmla="*/ 1117599 w 4342286"/>
              <a:gd name="connsiteY0" fmla="*/ 22578 h 6842775"/>
              <a:gd name="connsiteX1" fmla="*/ 4342286 w 4342286"/>
              <a:gd name="connsiteY1" fmla="*/ 0 h 6842775"/>
              <a:gd name="connsiteX2" fmla="*/ 4342286 w 4342286"/>
              <a:gd name="connsiteY2" fmla="*/ 6831486 h 6842775"/>
              <a:gd name="connsiteX3" fmla="*/ 0 w 4342286"/>
              <a:gd name="connsiteY3" fmla="*/ 6842775 h 6842775"/>
              <a:gd name="connsiteX4" fmla="*/ 1117599 w 4342286"/>
              <a:gd name="connsiteY4" fmla="*/ 22578 h 6842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2286" h="6842775">
                <a:moveTo>
                  <a:pt x="1117599" y="22578"/>
                </a:moveTo>
                <a:lnTo>
                  <a:pt x="4342286" y="0"/>
                </a:lnTo>
                <a:lnTo>
                  <a:pt x="4342286" y="6831486"/>
                </a:lnTo>
                <a:lnTo>
                  <a:pt x="0" y="6842775"/>
                </a:lnTo>
                <a:lnTo>
                  <a:pt x="1117599" y="22578"/>
                </a:lnTo>
                <a:close/>
              </a:path>
            </a:pathLst>
          </a:cu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Graphic 1">
            <a:extLst>
              <a:ext uri="{FF2B5EF4-FFF2-40B4-BE49-F238E27FC236}">
                <a16:creationId xmlns:a16="http://schemas.microsoft.com/office/drawing/2014/main" id="{B248F769-EDFA-D8B5-7BEA-9C2CD267AAF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5503" b="29905"/>
          <a:stretch/>
        </p:blipFill>
        <p:spPr>
          <a:xfrm rot="16200000" flipH="1" flipV="1">
            <a:off x="7602902" y="2265052"/>
            <a:ext cx="5625662" cy="3684210"/>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dirty="0"/>
              <a:t>Click to edit Master title style</a:t>
            </a:r>
          </a:p>
        </p:txBody>
      </p:sp>
      <p:sp>
        <p:nvSpPr>
          <p:cNvPr id="6" name="Content Placeholder 2">
            <a:extLst>
              <a:ext uri="{FF2B5EF4-FFF2-40B4-BE49-F238E27FC236}">
                <a16:creationId xmlns:a16="http://schemas.microsoft.com/office/drawing/2014/main" id="{9C06C21A-D380-E1D4-0E59-89A5750FC86D}"/>
              </a:ext>
            </a:extLst>
          </p:cNvPr>
          <p:cNvSpPr>
            <a:spLocks noGrp="1"/>
          </p:cNvSpPr>
          <p:nvPr>
            <p:ph idx="1"/>
          </p:nvPr>
        </p:nvSpPr>
        <p:spPr>
          <a:xfrm>
            <a:off x="403414" y="1479176"/>
            <a:ext cx="8429502" cy="4601113"/>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ubtitle 2">
            <a:extLst>
              <a:ext uri="{FF2B5EF4-FFF2-40B4-BE49-F238E27FC236}">
                <a16:creationId xmlns:a16="http://schemas.microsoft.com/office/drawing/2014/main" id="{A9B736ED-F5D9-7485-1C4E-0AF8DF4406A8}"/>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831332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edium Purple Column 1">
    <p:spTree>
      <p:nvGrpSpPr>
        <p:cNvPr id="1" name=""/>
        <p:cNvGrpSpPr/>
        <p:nvPr/>
      </p:nvGrpSpPr>
      <p:grpSpPr>
        <a:xfrm>
          <a:off x="0" y="0"/>
          <a:ext cx="0" cy="0"/>
          <a:chOff x="0" y="0"/>
          <a:chExt cx="0" cy="0"/>
        </a:xfrm>
      </p:grpSpPr>
      <p:sp>
        <p:nvSpPr>
          <p:cNvPr id="2" name="Freeform: Shape 3">
            <a:extLst>
              <a:ext uri="{FF2B5EF4-FFF2-40B4-BE49-F238E27FC236}">
                <a16:creationId xmlns:a16="http://schemas.microsoft.com/office/drawing/2014/main" id="{B6A167F1-ED34-BD0F-89D8-9011DD419B6F}"/>
              </a:ext>
            </a:extLst>
          </p:cNvPr>
          <p:cNvSpPr/>
          <p:nvPr userDrawn="1"/>
        </p:nvSpPr>
        <p:spPr>
          <a:xfrm rot="16200000" flipH="1">
            <a:off x="6037355" y="40529"/>
            <a:ext cx="6840130" cy="6882382"/>
          </a:xfrm>
          <a:custGeom>
            <a:avLst/>
            <a:gdLst>
              <a:gd name="connsiteX0" fmla="*/ 6858000 w 6858000"/>
              <a:gd name="connsiteY0" fmla="*/ 6895464 h 9575286"/>
              <a:gd name="connsiteX1" fmla="*/ 6858000 w 6858000"/>
              <a:gd name="connsiteY1" fmla="*/ 9575286 h 9575286"/>
              <a:gd name="connsiteX2" fmla="*/ 0 w 6858000"/>
              <a:gd name="connsiteY2" fmla="*/ 9575286 h 9575286"/>
              <a:gd name="connsiteX3" fmla="*/ 0 w 6858000"/>
              <a:gd name="connsiteY3" fmla="*/ 0 h 9575286"/>
              <a:gd name="connsiteX0" fmla="*/ 6858000 w 6858000"/>
              <a:gd name="connsiteY0" fmla="*/ 1866264 h 4546086"/>
              <a:gd name="connsiteX1" fmla="*/ 6858000 w 6858000"/>
              <a:gd name="connsiteY1" fmla="*/ 4546086 h 4546086"/>
              <a:gd name="connsiteX2" fmla="*/ 0 w 6858000"/>
              <a:gd name="connsiteY2" fmla="*/ 4546086 h 4546086"/>
              <a:gd name="connsiteX3" fmla="*/ 0 w 6858000"/>
              <a:gd name="connsiteY3" fmla="*/ 0 h 4546086"/>
              <a:gd name="connsiteX4" fmla="*/ 6858000 w 6858000"/>
              <a:gd name="connsiteY4" fmla="*/ 1866264 h 4546086"/>
              <a:gd name="connsiteX0" fmla="*/ 6858122 w 6858122"/>
              <a:gd name="connsiteY0" fmla="*/ 1897101 h 4576923"/>
              <a:gd name="connsiteX1" fmla="*/ 6858122 w 6858122"/>
              <a:gd name="connsiteY1" fmla="*/ 4576923 h 4576923"/>
              <a:gd name="connsiteX2" fmla="*/ 122 w 6858122"/>
              <a:gd name="connsiteY2" fmla="*/ 4576923 h 4576923"/>
              <a:gd name="connsiteX3" fmla="*/ 122 w 6858122"/>
              <a:gd name="connsiteY3" fmla="*/ 30837 h 4576923"/>
              <a:gd name="connsiteX4" fmla="*/ 6858122 w 6858122"/>
              <a:gd name="connsiteY4" fmla="*/ 1897101 h 4576923"/>
              <a:gd name="connsiteX0" fmla="*/ 6858082 w 6858163"/>
              <a:gd name="connsiteY0" fmla="*/ 1866264 h 4546086"/>
              <a:gd name="connsiteX1" fmla="*/ 6858082 w 6858163"/>
              <a:gd name="connsiteY1" fmla="*/ 4546086 h 4546086"/>
              <a:gd name="connsiteX2" fmla="*/ 82 w 6858163"/>
              <a:gd name="connsiteY2" fmla="*/ 4546086 h 4546086"/>
              <a:gd name="connsiteX3" fmla="*/ 82 w 6858163"/>
              <a:gd name="connsiteY3" fmla="*/ 0 h 4546086"/>
              <a:gd name="connsiteX4" fmla="*/ 6858082 w 6858163"/>
              <a:gd name="connsiteY4" fmla="*/ 1866264 h 4546086"/>
              <a:gd name="connsiteX0" fmla="*/ 6858085 w 6858166"/>
              <a:gd name="connsiteY0" fmla="*/ 3036696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036696 h 4546086"/>
              <a:gd name="connsiteX0" fmla="*/ 6858085 w 6858166"/>
              <a:gd name="connsiteY0" fmla="*/ 3439032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439032 h 4546086"/>
              <a:gd name="connsiteX0" fmla="*/ 6858085 w 6858166"/>
              <a:gd name="connsiteY0" fmla="*/ 2 h 7436736"/>
              <a:gd name="connsiteX1" fmla="*/ 6858082 w 6858166"/>
              <a:gd name="connsiteY1" fmla="*/ 7436736 h 7436736"/>
              <a:gd name="connsiteX2" fmla="*/ 82 w 6858166"/>
              <a:gd name="connsiteY2" fmla="*/ 7436736 h 7436736"/>
              <a:gd name="connsiteX3" fmla="*/ 82 w 6858166"/>
              <a:gd name="connsiteY3" fmla="*/ 2890650 h 7436736"/>
              <a:gd name="connsiteX4" fmla="*/ 6858085 w 6858166"/>
              <a:gd name="connsiteY4" fmla="*/ 2 h 7436736"/>
              <a:gd name="connsiteX0" fmla="*/ 6858003 w 6858085"/>
              <a:gd name="connsiteY0" fmla="*/ 5 h 7436739"/>
              <a:gd name="connsiteX1" fmla="*/ 6858000 w 6858085"/>
              <a:gd name="connsiteY1" fmla="*/ 7436739 h 7436739"/>
              <a:gd name="connsiteX2" fmla="*/ 0 w 6858085"/>
              <a:gd name="connsiteY2" fmla="*/ 7436739 h 7436739"/>
              <a:gd name="connsiteX3" fmla="*/ 71120 w 6858085"/>
              <a:gd name="connsiteY3" fmla="*/ 1508893 h 7436739"/>
              <a:gd name="connsiteX4" fmla="*/ 6858003 w 6858085"/>
              <a:gd name="connsiteY4" fmla="*/ 5 h 7436739"/>
              <a:gd name="connsiteX0" fmla="*/ 6858003 w 6858085"/>
              <a:gd name="connsiteY0" fmla="*/ 24038 h 7460772"/>
              <a:gd name="connsiteX1" fmla="*/ 6858000 w 6858085"/>
              <a:gd name="connsiteY1" fmla="*/ 7460772 h 7460772"/>
              <a:gd name="connsiteX2" fmla="*/ 0 w 6858085"/>
              <a:gd name="connsiteY2" fmla="*/ 7460772 h 7460772"/>
              <a:gd name="connsiteX3" fmla="*/ 81280 w 6858085"/>
              <a:gd name="connsiteY3" fmla="*/ 0 h 7460772"/>
              <a:gd name="connsiteX4" fmla="*/ 6858003 w 6858085"/>
              <a:gd name="connsiteY4" fmla="*/ 24038 h 7460772"/>
              <a:gd name="connsiteX0" fmla="*/ 6858005 w 6858087"/>
              <a:gd name="connsiteY0" fmla="*/ 1759853 h 7460772"/>
              <a:gd name="connsiteX1" fmla="*/ 6858000 w 6858087"/>
              <a:gd name="connsiteY1" fmla="*/ 7460772 h 7460772"/>
              <a:gd name="connsiteX2" fmla="*/ 0 w 6858087"/>
              <a:gd name="connsiteY2" fmla="*/ 7460772 h 7460772"/>
              <a:gd name="connsiteX3" fmla="*/ 81280 w 6858087"/>
              <a:gd name="connsiteY3" fmla="*/ 0 h 7460772"/>
              <a:gd name="connsiteX4" fmla="*/ 6858005 w 6858087"/>
              <a:gd name="connsiteY4" fmla="*/ 1759853 h 7460772"/>
              <a:gd name="connsiteX0" fmla="*/ 6774948 w 6858000"/>
              <a:gd name="connsiteY0" fmla="*/ 958672 h 7460772"/>
              <a:gd name="connsiteX1" fmla="*/ 6858000 w 6858000"/>
              <a:gd name="connsiteY1" fmla="*/ 7460772 h 7460772"/>
              <a:gd name="connsiteX2" fmla="*/ 0 w 6858000"/>
              <a:gd name="connsiteY2" fmla="*/ 7460772 h 7460772"/>
              <a:gd name="connsiteX3" fmla="*/ 81280 w 6858000"/>
              <a:gd name="connsiteY3" fmla="*/ 0 h 7460772"/>
              <a:gd name="connsiteX4" fmla="*/ 6774948 w 6858000"/>
              <a:gd name="connsiteY4" fmla="*/ 958672 h 7460772"/>
              <a:gd name="connsiteX0" fmla="*/ 6774948 w 6858000"/>
              <a:gd name="connsiteY0" fmla="*/ 3 h 6502103"/>
              <a:gd name="connsiteX1" fmla="*/ 6858000 w 6858000"/>
              <a:gd name="connsiteY1" fmla="*/ 6502103 h 6502103"/>
              <a:gd name="connsiteX2" fmla="*/ 0 w 6858000"/>
              <a:gd name="connsiteY2" fmla="*/ 6502103 h 6502103"/>
              <a:gd name="connsiteX3" fmla="*/ 93145 w 6858000"/>
              <a:gd name="connsiteY3" fmla="*/ 3175994 h 6502103"/>
              <a:gd name="connsiteX4" fmla="*/ 6774948 w 6858000"/>
              <a:gd name="connsiteY4" fmla="*/ 3 h 6502103"/>
              <a:gd name="connsiteX0" fmla="*/ 6834274 w 6858000"/>
              <a:gd name="connsiteY0" fmla="*/ 1 h 8862721"/>
              <a:gd name="connsiteX1" fmla="*/ 6858000 w 6858000"/>
              <a:gd name="connsiteY1" fmla="*/ 8862721 h 8862721"/>
              <a:gd name="connsiteX2" fmla="*/ 0 w 6858000"/>
              <a:gd name="connsiteY2" fmla="*/ 8862721 h 8862721"/>
              <a:gd name="connsiteX3" fmla="*/ 93145 w 6858000"/>
              <a:gd name="connsiteY3" fmla="*/ 5536612 h 8862721"/>
              <a:gd name="connsiteX4" fmla="*/ 6834274 w 6858000"/>
              <a:gd name="connsiteY4" fmla="*/ 1 h 8862721"/>
              <a:gd name="connsiteX0" fmla="*/ 6834274 w 6858000"/>
              <a:gd name="connsiteY0" fmla="*/ 1 h 8862721"/>
              <a:gd name="connsiteX1" fmla="*/ 6858000 w 6858000"/>
              <a:gd name="connsiteY1" fmla="*/ 8862721 h 8862721"/>
              <a:gd name="connsiteX2" fmla="*/ 0 w 6858000"/>
              <a:gd name="connsiteY2" fmla="*/ 8862721 h 8862721"/>
              <a:gd name="connsiteX3" fmla="*/ 13691 w 6858000"/>
              <a:gd name="connsiteY3" fmla="*/ 5076753 h 8862721"/>
              <a:gd name="connsiteX4" fmla="*/ 6834274 w 6858000"/>
              <a:gd name="connsiteY4" fmla="*/ 1 h 8862721"/>
              <a:gd name="connsiteX0" fmla="*/ 6845190 w 6868916"/>
              <a:gd name="connsiteY0" fmla="*/ 1 h 8862721"/>
              <a:gd name="connsiteX1" fmla="*/ 6868916 w 6868916"/>
              <a:gd name="connsiteY1" fmla="*/ 8862721 h 8862721"/>
              <a:gd name="connsiteX2" fmla="*/ 10916 w 6868916"/>
              <a:gd name="connsiteY2" fmla="*/ 8862721 h 8862721"/>
              <a:gd name="connsiteX3" fmla="*/ 8716 w 6868916"/>
              <a:gd name="connsiteY3" fmla="*/ 4865985 h 8862721"/>
              <a:gd name="connsiteX4" fmla="*/ 6845190 w 6868916"/>
              <a:gd name="connsiteY4" fmla="*/ 1 h 8862721"/>
              <a:gd name="connsiteX0" fmla="*/ 6845190 w 6868916"/>
              <a:gd name="connsiteY0" fmla="*/ 2 h 8460343"/>
              <a:gd name="connsiteX1" fmla="*/ 6868916 w 6868916"/>
              <a:gd name="connsiteY1" fmla="*/ 8460343 h 8460343"/>
              <a:gd name="connsiteX2" fmla="*/ 10916 w 6868916"/>
              <a:gd name="connsiteY2" fmla="*/ 8460343 h 8460343"/>
              <a:gd name="connsiteX3" fmla="*/ 8716 w 6868916"/>
              <a:gd name="connsiteY3" fmla="*/ 4463607 h 8460343"/>
              <a:gd name="connsiteX4" fmla="*/ 6845190 w 6868916"/>
              <a:gd name="connsiteY4" fmla="*/ 2 h 8460343"/>
              <a:gd name="connsiteX0" fmla="*/ 6874520 w 6898246"/>
              <a:gd name="connsiteY0" fmla="*/ 2 h 8460343"/>
              <a:gd name="connsiteX1" fmla="*/ 6898246 w 6898246"/>
              <a:gd name="connsiteY1" fmla="*/ 8460343 h 8460343"/>
              <a:gd name="connsiteX2" fmla="*/ 40246 w 6898246"/>
              <a:gd name="connsiteY2" fmla="*/ 8460343 h 8460343"/>
              <a:gd name="connsiteX3" fmla="*/ 6264 w 6898246"/>
              <a:gd name="connsiteY3" fmla="*/ 4271999 h 8460343"/>
              <a:gd name="connsiteX4" fmla="*/ 6874520 w 6898246"/>
              <a:gd name="connsiteY4" fmla="*/ 2 h 8460343"/>
              <a:gd name="connsiteX0" fmla="*/ 6885351 w 6909077"/>
              <a:gd name="connsiteY0" fmla="*/ 2 h 8460343"/>
              <a:gd name="connsiteX1" fmla="*/ 6909077 w 6909077"/>
              <a:gd name="connsiteY1" fmla="*/ 8460343 h 8460343"/>
              <a:gd name="connsiteX2" fmla="*/ 51077 w 6909077"/>
              <a:gd name="connsiteY2" fmla="*/ 8460343 h 8460343"/>
              <a:gd name="connsiteX3" fmla="*/ 5694 w 6909077"/>
              <a:gd name="connsiteY3" fmla="*/ 2788336 h 8460343"/>
              <a:gd name="connsiteX4" fmla="*/ 6885351 w 6909077"/>
              <a:gd name="connsiteY4" fmla="*/ 2 h 8460343"/>
              <a:gd name="connsiteX0" fmla="*/ 6896753 w 6909077"/>
              <a:gd name="connsiteY0" fmla="*/ 4 h 8076181"/>
              <a:gd name="connsiteX1" fmla="*/ 6909077 w 6909077"/>
              <a:gd name="connsiteY1" fmla="*/ 8076181 h 8076181"/>
              <a:gd name="connsiteX2" fmla="*/ 51077 w 6909077"/>
              <a:gd name="connsiteY2" fmla="*/ 8076181 h 8076181"/>
              <a:gd name="connsiteX3" fmla="*/ 5694 w 6909077"/>
              <a:gd name="connsiteY3" fmla="*/ 2404174 h 8076181"/>
              <a:gd name="connsiteX4" fmla="*/ 6896753 w 6909077"/>
              <a:gd name="connsiteY4" fmla="*/ 4 h 8076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9077" h="8076181">
                <a:moveTo>
                  <a:pt x="6896753" y="4"/>
                </a:moveTo>
                <a:cubicBezTo>
                  <a:pt x="6896752" y="2478915"/>
                  <a:pt x="6909078" y="5597270"/>
                  <a:pt x="6909077" y="8076181"/>
                </a:cubicBezTo>
                <a:lnTo>
                  <a:pt x="51077" y="8076181"/>
                </a:lnTo>
                <a:cubicBezTo>
                  <a:pt x="82125" y="6967478"/>
                  <a:pt x="-25354" y="3512877"/>
                  <a:pt x="5694" y="2404174"/>
                </a:cubicBezTo>
                <a:cubicBezTo>
                  <a:pt x="-21738" y="2407518"/>
                  <a:pt x="6924188" y="-3340"/>
                  <a:pt x="6896753" y="4"/>
                </a:cubicBezTo>
                <a:close/>
              </a:path>
            </a:pathLst>
          </a:cu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7" name="Graphic 6">
            <a:extLst>
              <a:ext uri="{FF2B5EF4-FFF2-40B4-BE49-F238E27FC236}">
                <a16:creationId xmlns:a16="http://schemas.microsoft.com/office/drawing/2014/main" id="{F5E4C201-CBA5-EF7B-477C-7BF5DE93BF1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5503" b="29905"/>
          <a:stretch/>
        </p:blipFill>
        <p:spPr>
          <a:xfrm rot="16200000" flipH="1" flipV="1">
            <a:off x="7602902" y="2265052"/>
            <a:ext cx="5625662" cy="3684210"/>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8" name="Content Placeholder 2">
            <a:extLst>
              <a:ext uri="{FF2B5EF4-FFF2-40B4-BE49-F238E27FC236}">
                <a16:creationId xmlns:a16="http://schemas.microsoft.com/office/drawing/2014/main" id="{7D1E8034-7CCC-746B-556F-CCB241875385}"/>
              </a:ext>
            </a:extLst>
          </p:cNvPr>
          <p:cNvSpPr>
            <a:spLocks noGrp="1"/>
          </p:cNvSpPr>
          <p:nvPr>
            <p:ph sz="half" idx="1"/>
          </p:nvPr>
        </p:nvSpPr>
        <p:spPr>
          <a:xfrm>
            <a:off x="398928" y="1478215"/>
            <a:ext cx="6530551" cy="4483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A05EAAD8-B467-2556-5996-B35623D26B9C}"/>
              </a:ext>
            </a:extLst>
          </p:cNvPr>
          <p:cNvSpPr>
            <a:spLocks noGrp="1"/>
          </p:cNvSpPr>
          <p:nvPr>
            <p:ph sz="half" idx="2"/>
          </p:nvPr>
        </p:nvSpPr>
        <p:spPr>
          <a:xfrm>
            <a:off x="7495822" y="1478215"/>
            <a:ext cx="4299938" cy="44831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2">
            <a:extLst>
              <a:ext uri="{FF2B5EF4-FFF2-40B4-BE49-F238E27FC236}">
                <a16:creationId xmlns:a16="http://schemas.microsoft.com/office/drawing/2014/main" id="{AB5320D1-8F45-1323-4AA7-A62E54BA19A8}"/>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491889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edium Purple Column 2">
    <p:spTree>
      <p:nvGrpSpPr>
        <p:cNvPr id="1" name=""/>
        <p:cNvGrpSpPr/>
        <p:nvPr/>
      </p:nvGrpSpPr>
      <p:grpSpPr>
        <a:xfrm>
          <a:off x="0" y="0"/>
          <a:ext cx="0" cy="0"/>
          <a:chOff x="0" y="0"/>
          <a:chExt cx="0" cy="0"/>
        </a:xfrm>
      </p:grpSpPr>
      <p:sp>
        <p:nvSpPr>
          <p:cNvPr id="8" name="Freeform: Shape 3">
            <a:extLst>
              <a:ext uri="{FF2B5EF4-FFF2-40B4-BE49-F238E27FC236}">
                <a16:creationId xmlns:a16="http://schemas.microsoft.com/office/drawing/2014/main" id="{73E0D5E1-3BE0-9510-8AC8-0B335D421FCA}"/>
              </a:ext>
            </a:extLst>
          </p:cNvPr>
          <p:cNvSpPr/>
          <p:nvPr userDrawn="1"/>
        </p:nvSpPr>
        <p:spPr>
          <a:xfrm rot="16200000" flipH="1">
            <a:off x="5383909" y="40529"/>
            <a:ext cx="6840130" cy="6882382"/>
          </a:xfrm>
          <a:custGeom>
            <a:avLst/>
            <a:gdLst>
              <a:gd name="connsiteX0" fmla="*/ 6858000 w 6858000"/>
              <a:gd name="connsiteY0" fmla="*/ 6895464 h 9575286"/>
              <a:gd name="connsiteX1" fmla="*/ 6858000 w 6858000"/>
              <a:gd name="connsiteY1" fmla="*/ 9575286 h 9575286"/>
              <a:gd name="connsiteX2" fmla="*/ 0 w 6858000"/>
              <a:gd name="connsiteY2" fmla="*/ 9575286 h 9575286"/>
              <a:gd name="connsiteX3" fmla="*/ 0 w 6858000"/>
              <a:gd name="connsiteY3" fmla="*/ 0 h 9575286"/>
              <a:gd name="connsiteX0" fmla="*/ 6858000 w 6858000"/>
              <a:gd name="connsiteY0" fmla="*/ 1866264 h 4546086"/>
              <a:gd name="connsiteX1" fmla="*/ 6858000 w 6858000"/>
              <a:gd name="connsiteY1" fmla="*/ 4546086 h 4546086"/>
              <a:gd name="connsiteX2" fmla="*/ 0 w 6858000"/>
              <a:gd name="connsiteY2" fmla="*/ 4546086 h 4546086"/>
              <a:gd name="connsiteX3" fmla="*/ 0 w 6858000"/>
              <a:gd name="connsiteY3" fmla="*/ 0 h 4546086"/>
              <a:gd name="connsiteX4" fmla="*/ 6858000 w 6858000"/>
              <a:gd name="connsiteY4" fmla="*/ 1866264 h 4546086"/>
              <a:gd name="connsiteX0" fmla="*/ 6858122 w 6858122"/>
              <a:gd name="connsiteY0" fmla="*/ 1897101 h 4576923"/>
              <a:gd name="connsiteX1" fmla="*/ 6858122 w 6858122"/>
              <a:gd name="connsiteY1" fmla="*/ 4576923 h 4576923"/>
              <a:gd name="connsiteX2" fmla="*/ 122 w 6858122"/>
              <a:gd name="connsiteY2" fmla="*/ 4576923 h 4576923"/>
              <a:gd name="connsiteX3" fmla="*/ 122 w 6858122"/>
              <a:gd name="connsiteY3" fmla="*/ 30837 h 4576923"/>
              <a:gd name="connsiteX4" fmla="*/ 6858122 w 6858122"/>
              <a:gd name="connsiteY4" fmla="*/ 1897101 h 4576923"/>
              <a:gd name="connsiteX0" fmla="*/ 6858082 w 6858163"/>
              <a:gd name="connsiteY0" fmla="*/ 1866264 h 4546086"/>
              <a:gd name="connsiteX1" fmla="*/ 6858082 w 6858163"/>
              <a:gd name="connsiteY1" fmla="*/ 4546086 h 4546086"/>
              <a:gd name="connsiteX2" fmla="*/ 82 w 6858163"/>
              <a:gd name="connsiteY2" fmla="*/ 4546086 h 4546086"/>
              <a:gd name="connsiteX3" fmla="*/ 82 w 6858163"/>
              <a:gd name="connsiteY3" fmla="*/ 0 h 4546086"/>
              <a:gd name="connsiteX4" fmla="*/ 6858082 w 6858163"/>
              <a:gd name="connsiteY4" fmla="*/ 1866264 h 4546086"/>
              <a:gd name="connsiteX0" fmla="*/ 6858085 w 6858166"/>
              <a:gd name="connsiteY0" fmla="*/ 3036696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036696 h 4546086"/>
              <a:gd name="connsiteX0" fmla="*/ 6858085 w 6858166"/>
              <a:gd name="connsiteY0" fmla="*/ 3439032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439032 h 4546086"/>
              <a:gd name="connsiteX0" fmla="*/ 6858085 w 6858166"/>
              <a:gd name="connsiteY0" fmla="*/ 2 h 7436736"/>
              <a:gd name="connsiteX1" fmla="*/ 6858082 w 6858166"/>
              <a:gd name="connsiteY1" fmla="*/ 7436736 h 7436736"/>
              <a:gd name="connsiteX2" fmla="*/ 82 w 6858166"/>
              <a:gd name="connsiteY2" fmla="*/ 7436736 h 7436736"/>
              <a:gd name="connsiteX3" fmla="*/ 82 w 6858166"/>
              <a:gd name="connsiteY3" fmla="*/ 2890650 h 7436736"/>
              <a:gd name="connsiteX4" fmla="*/ 6858085 w 6858166"/>
              <a:gd name="connsiteY4" fmla="*/ 2 h 7436736"/>
              <a:gd name="connsiteX0" fmla="*/ 6858003 w 6858085"/>
              <a:gd name="connsiteY0" fmla="*/ 5 h 7436739"/>
              <a:gd name="connsiteX1" fmla="*/ 6858000 w 6858085"/>
              <a:gd name="connsiteY1" fmla="*/ 7436739 h 7436739"/>
              <a:gd name="connsiteX2" fmla="*/ 0 w 6858085"/>
              <a:gd name="connsiteY2" fmla="*/ 7436739 h 7436739"/>
              <a:gd name="connsiteX3" fmla="*/ 71120 w 6858085"/>
              <a:gd name="connsiteY3" fmla="*/ 1508893 h 7436739"/>
              <a:gd name="connsiteX4" fmla="*/ 6858003 w 6858085"/>
              <a:gd name="connsiteY4" fmla="*/ 5 h 7436739"/>
              <a:gd name="connsiteX0" fmla="*/ 6858003 w 6858085"/>
              <a:gd name="connsiteY0" fmla="*/ 24038 h 7460772"/>
              <a:gd name="connsiteX1" fmla="*/ 6858000 w 6858085"/>
              <a:gd name="connsiteY1" fmla="*/ 7460772 h 7460772"/>
              <a:gd name="connsiteX2" fmla="*/ 0 w 6858085"/>
              <a:gd name="connsiteY2" fmla="*/ 7460772 h 7460772"/>
              <a:gd name="connsiteX3" fmla="*/ 81280 w 6858085"/>
              <a:gd name="connsiteY3" fmla="*/ 0 h 7460772"/>
              <a:gd name="connsiteX4" fmla="*/ 6858003 w 6858085"/>
              <a:gd name="connsiteY4" fmla="*/ 24038 h 7460772"/>
              <a:gd name="connsiteX0" fmla="*/ 6858005 w 6858087"/>
              <a:gd name="connsiteY0" fmla="*/ 1759853 h 7460772"/>
              <a:gd name="connsiteX1" fmla="*/ 6858000 w 6858087"/>
              <a:gd name="connsiteY1" fmla="*/ 7460772 h 7460772"/>
              <a:gd name="connsiteX2" fmla="*/ 0 w 6858087"/>
              <a:gd name="connsiteY2" fmla="*/ 7460772 h 7460772"/>
              <a:gd name="connsiteX3" fmla="*/ 81280 w 6858087"/>
              <a:gd name="connsiteY3" fmla="*/ 0 h 7460772"/>
              <a:gd name="connsiteX4" fmla="*/ 6858005 w 6858087"/>
              <a:gd name="connsiteY4" fmla="*/ 1759853 h 7460772"/>
              <a:gd name="connsiteX0" fmla="*/ 6774948 w 6858000"/>
              <a:gd name="connsiteY0" fmla="*/ 958672 h 7460772"/>
              <a:gd name="connsiteX1" fmla="*/ 6858000 w 6858000"/>
              <a:gd name="connsiteY1" fmla="*/ 7460772 h 7460772"/>
              <a:gd name="connsiteX2" fmla="*/ 0 w 6858000"/>
              <a:gd name="connsiteY2" fmla="*/ 7460772 h 7460772"/>
              <a:gd name="connsiteX3" fmla="*/ 81280 w 6858000"/>
              <a:gd name="connsiteY3" fmla="*/ 0 h 7460772"/>
              <a:gd name="connsiteX4" fmla="*/ 6774948 w 6858000"/>
              <a:gd name="connsiteY4" fmla="*/ 958672 h 7460772"/>
              <a:gd name="connsiteX0" fmla="*/ 6774948 w 6858000"/>
              <a:gd name="connsiteY0" fmla="*/ 3 h 6502103"/>
              <a:gd name="connsiteX1" fmla="*/ 6858000 w 6858000"/>
              <a:gd name="connsiteY1" fmla="*/ 6502103 h 6502103"/>
              <a:gd name="connsiteX2" fmla="*/ 0 w 6858000"/>
              <a:gd name="connsiteY2" fmla="*/ 6502103 h 6502103"/>
              <a:gd name="connsiteX3" fmla="*/ 93145 w 6858000"/>
              <a:gd name="connsiteY3" fmla="*/ 3175994 h 6502103"/>
              <a:gd name="connsiteX4" fmla="*/ 6774948 w 6858000"/>
              <a:gd name="connsiteY4" fmla="*/ 3 h 6502103"/>
              <a:gd name="connsiteX0" fmla="*/ 6834274 w 6858000"/>
              <a:gd name="connsiteY0" fmla="*/ 1 h 8862721"/>
              <a:gd name="connsiteX1" fmla="*/ 6858000 w 6858000"/>
              <a:gd name="connsiteY1" fmla="*/ 8862721 h 8862721"/>
              <a:gd name="connsiteX2" fmla="*/ 0 w 6858000"/>
              <a:gd name="connsiteY2" fmla="*/ 8862721 h 8862721"/>
              <a:gd name="connsiteX3" fmla="*/ 93145 w 6858000"/>
              <a:gd name="connsiteY3" fmla="*/ 5536612 h 8862721"/>
              <a:gd name="connsiteX4" fmla="*/ 6834274 w 6858000"/>
              <a:gd name="connsiteY4" fmla="*/ 1 h 8862721"/>
              <a:gd name="connsiteX0" fmla="*/ 6834274 w 6858000"/>
              <a:gd name="connsiteY0" fmla="*/ 1 h 8862721"/>
              <a:gd name="connsiteX1" fmla="*/ 6858000 w 6858000"/>
              <a:gd name="connsiteY1" fmla="*/ 8862721 h 8862721"/>
              <a:gd name="connsiteX2" fmla="*/ 0 w 6858000"/>
              <a:gd name="connsiteY2" fmla="*/ 8862721 h 8862721"/>
              <a:gd name="connsiteX3" fmla="*/ 13691 w 6858000"/>
              <a:gd name="connsiteY3" fmla="*/ 5076753 h 8862721"/>
              <a:gd name="connsiteX4" fmla="*/ 6834274 w 6858000"/>
              <a:gd name="connsiteY4" fmla="*/ 1 h 8862721"/>
              <a:gd name="connsiteX0" fmla="*/ 6845190 w 6868916"/>
              <a:gd name="connsiteY0" fmla="*/ 1 h 8862721"/>
              <a:gd name="connsiteX1" fmla="*/ 6868916 w 6868916"/>
              <a:gd name="connsiteY1" fmla="*/ 8862721 h 8862721"/>
              <a:gd name="connsiteX2" fmla="*/ 10916 w 6868916"/>
              <a:gd name="connsiteY2" fmla="*/ 8862721 h 8862721"/>
              <a:gd name="connsiteX3" fmla="*/ 8716 w 6868916"/>
              <a:gd name="connsiteY3" fmla="*/ 4865985 h 8862721"/>
              <a:gd name="connsiteX4" fmla="*/ 6845190 w 6868916"/>
              <a:gd name="connsiteY4" fmla="*/ 1 h 8862721"/>
              <a:gd name="connsiteX0" fmla="*/ 6845190 w 6868916"/>
              <a:gd name="connsiteY0" fmla="*/ 2 h 8460343"/>
              <a:gd name="connsiteX1" fmla="*/ 6868916 w 6868916"/>
              <a:gd name="connsiteY1" fmla="*/ 8460343 h 8460343"/>
              <a:gd name="connsiteX2" fmla="*/ 10916 w 6868916"/>
              <a:gd name="connsiteY2" fmla="*/ 8460343 h 8460343"/>
              <a:gd name="connsiteX3" fmla="*/ 8716 w 6868916"/>
              <a:gd name="connsiteY3" fmla="*/ 4463607 h 8460343"/>
              <a:gd name="connsiteX4" fmla="*/ 6845190 w 6868916"/>
              <a:gd name="connsiteY4" fmla="*/ 2 h 8460343"/>
              <a:gd name="connsiteX0" fmla="*/ 6874520 w 6898246"/>
              <a:gd name="connsiteY0" fmla="*/ 2 h 8460343"/>
              <a:gd name="connsiteX1" fmla="*/ 6898246 w 6898246"/>
              <a:gd name="connsiteY1" fmla="*/ 8460343 h 8460343"/>
              <a:gd name="connsiteX2" fmla="*/ 40246 w 6898246"/>
              <a:gd name="connsiteY2" fmla="*/ 8460343 h 8460343"/>
              <a:gd name="connsiteX3" fmla="*/ 6264 w 6898246"/>
              <a:gd name="connsiteY3" fmla="*/ 4271999 h 8460343"/>
              <a:gd name="connsiteX4" fmla="*/ 6874520 w 6898246"/>
              <a:gd name="connsiteY4" fmla="*/ 2 h 8460343"/>
              <a:gd name="connsiteX0" fmla="*/ 6885351 w 6909077"/>
              <a:gd name="connsiteY0" fmla="*/ 2 h 8460343"/>
              <a:gd name="connsiteX1" fmla="*/ 6909077 w 6909077"/>
              <a:gd name="connsiteY1" fmla="*/ 8460343 h 8460343"/>
              <a:gd name="connsiteX2" fmla="*/ 51077 w 6909077"/>
              <a:gd name="connsiteY2" fmla="*/ 8460343 h 8460343"/>
              <a:gd name="connsiteX3" fmla="*/ 5694 w 6909077"/>
              <a:gd name="connsiteY3" fmla="*/ 2788336 h 8460343"/>
              <a:gd name="connsiteX4" fmla="*/ 6885351 w 6909077"/>
              <a:gd name="connsiteY4" fmla="*/ 2 h 8460343"/>
              <a:gd name="connsiteX0" fmla="*/ 6896753 w 6909077"/>
              <a:gd name="connsiteY0" fmla="*/ 4 h 8076181"/>
              <a:gd name="connsiteX1" fmla="*/ 6909077 w 6909077"/>
              <a:gd name="connsiteY1" fmla="*/ 8076181 h 8076181"/>
              <a:gd name="connsiteX2" fmla="*/ 51077 w 6909077"/>
              <a:gd name="connsiteY2" fmla="*/ 8076181 h 8076181"/>
              <a:gd name="connsiteX3" fmla="*/ 5694 w 6909077"/>
              <a:gd name="connsiteY3" fmla="*/ 2404174 h 8076181"/>
              <a:gd name="connsiteX4" fmla="*/ 6896753 w 6909077"/>
              <a:gd name="connsiteY4" fmla="*/ 4 h 8076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9077" h="8076181">
                <a:moveTo>
                  <a:pt x="6896753" y="4"/>
                </a:moveTo>
                <a:cubicBezTo>
                  <a:pt x="6896752" y="2478915"/>
                  <a:pt x="6909078" y="5597270"/>
                  <a:pt x="6909077" y="8076181"/>
                </a:cubicBezTo>
                <a:lnTo>
                  <a:pt x="51077" y="8076181"/>
                </a:lnTo>
                <a:cubicBezTo>
                  <a:pt x="82125" y="6967478"/>
                  <a:pt x="-25354" y="3512877"/>
                  <a:pt x="5694" y="2404174"/>
                </a:cubicBezTo>
                <a:cubicBezTo>
                  <a:pt x="-21738" y="2407518"/>
                  <a:pt x="6924188" y="-3340"/>
                  <a:pt x="6896753" y="4"/>
                </a:cubicBezTo>
                <a:close/>
              </a:path>
            </a:pathLst>
          </a:cu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5" name="Graphic 4">
            <a:extLst>
              <a:ext uri="{FF2B5EF4-FFF2-40B4-BE49-F238E27FC236}">
                <a16:creationId xmlns:a16="http://schemas.microsoft.com/office/drawing/2014/main" id="{B4101D6F-4CD6-BCDE-639D-8D27C0545EE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7753"/>
          <a:stretch/>
        </p:blipFill>
        <p:spPr>
          <a:xfrm flipV="1">
            <a:off x="7932813" y="1707352"/>
            <a:ext cx="4282541" cy="5214024"/>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6" name="Content Placeholder 2">
            <a:extLst>
              <a:ext uri="{FF2B5EF4-FFF2-40B4-BE49-F238E27FC236}">
                <a16:creationId xmlns:a16="http://schemas.microsoft.com/office/drawing/2014/main" id="{D95557BF-0F73-A981-4FF8-7BAA78B2E594}"/>
              </a:ext>
            </a:extLst>
          </p:cNvPr>
          <p:cNvSpPr>
            <a:spLocks noGrp="1"/>
          </p:cNvSpPr>
          <p:nvPr>
            <p:ph sz="half" idx="1"/>
          </p:nvPr>
        </p:nvSpPr>
        <p:spPr>
          <a:xfrm>
            <a:off x="398929" y="1478215"/>
            <a:ext cx="5832538" cy="4483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16B16DB6-95B5-37AC-03AC-D6F81FEAF7BA}"/>
              </a:ext>
            </a:extLst>
          </p:cNvPr>
          <p:cNvSpPr>
            <a:spLocks noGrp="1"/>
          </p:cNvSpPr>
          <p:nvPr>
            <p:ph sz="half" idx="2"/>
          </p:nvPr>
        </p:nvSpPr>
        <p:spPr>
          <a:xfrm>
            <a:off x="6894231" y="1478215"/>
            <a:ext cx="4954693" cy="44831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2">
            <a:extLst>
              <a:ext uri="{FF2B5EF4-FFF2-40B4-BE49-F238E27FC236}">
                <a16:creationId xmlns:a16="http://schemas.microsoft.com/office/drawing/2014/main" id="{C1F968B3-B9A3-D484-DC59-589EB3EBC5C5}"/>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4797556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rge Purple Column 1">
    <p:spTree>
      <p:nvGrpSpPr>
        <p:cNvPr id="1" name=""/>
        <p:cNvGrpSpPr/>
        <p:nvPr/>
      </p:nvGrpSpPr>
      <p:grpSpPr>
        <a:xfrm>
          <a:off x="0" y="0"/>
          <a:ext cx="0" cy="0"/>
          <a:chOff x="0" y="0"/>
          <a:chExt cx="0" cy="0"/>
        </a:xfrm>
      </p:grpSpPr>
      <p:sp>
        <p:nvSpPr>
          <p:cNvPr id="3" name="Freeform: Shape 3">
            <a:extLst>
              <a:ext uri="{FF2B5EF4-FFF2-40B4-BE49-F238E27FC236}">
                <a16:creationId xmlns:a16="http://schemas.microsoft.com/office/drawing/2014/main" id="{B6E754D1-C7A2-0A43-0EFE-E1C4457378DD}"/>
              </a:ext>
            </a:extLst>
          </p:cNvPr>
          <p:cNvSpPr/>
          <p:nvPr userDrawn="1"/>
        </p:nvSpPr>
        <p:spPr>
          <a:xfrm rot="16200000" flipH="1">
            <a:off x="4877269" y="-412947"/>
            <a:ext cx="6840130" cy="7789333"/>
          </a:xfrm>
          <a:custGeom>
            <a:avLst/>
            <a:gdLst>
              <a:gd name="connsiteX0" fmla="*/ 6858000 w 6858000"/>
              <a:gd name="connsiteY0" fmla="*/ 6895464 h 9575286"/>
              <a:gd name="connsiteX1" fmla="*/ 6858000 w 6858000"/>
              <a:gd name="connsiteY1" fmla="*/ 9575286 h 9575286"/>
              <a:gd name="connsiteX2" fmla="*/ 0 w 6858000"/>
              <a:gd name="connsiteY2" fmla="*/ 9575286 h 9575286"/>
              <a:gd name="connsiteX3" fmla="*/ 0 w 6858000"/>
              <a:gd name="connsiteY3" fmla="*/ 0 h 9575286"/>
              <a:gd name="connsiteX0" fmla="*/ 6858000 w 6858000"/>
              <a:gd name="connsiteY0" fmla="*/ 1866264 h 4546086"/>
              <a:gd name="connsiteX1" fmla="*/ 6858000 w 6858000"/>
              <a:gd name="connsiteY1" fmla="*/ 4546086 h 4546086"/>
              <a:gd name="connsiteX2" fmla="*/ 0 w 6858000"/>
              <a:gd name="connsiteY2" fmla="*/ 4546086 h 4546086"/>
              <a:gd name="connsiteX3" fmla="*/ 0 w 6858000"/>
              <a:gd name="connsiteY3" fmla="*/ 0 h 4546086"/>
              <a:gd name="connsiteX4" fmla="*/ 6858000 w 6858000"/>
              <a:gd name="connsiteY4" fmla="*/ 1866264 h 4546086"/>
              <a:gd name="connsiteX0" fmla="*/ 6858122 w 6858122"/>
              <a:gd name="connsiteY0" fmla="*/ 1897101 h 4576923"/>
              <a:gd name="connsiteX1" fmla="*/ 6858122 w 6858122"/>
              <a:gd name="connsiteY1" fmla="*/ 4576923 h 4576923"/>
              <a:gd name="connsiteX2" fmla="*/ 122 w 6858122"/>
              <a:gd name="connsiteY2" fmla="*/ 4576923 h 4576923"/>
              <a:gd name="connsiteX3" fmla="*/ 122 w 6858122"/>
              <a:gd name="connsiteY3" fmla="*/ 30837 h 4576923"/>
              <a:gd name="connsiteX4" fmla="*/ 6858122 w 6858122"/>
              <a:gd name="connsiteY4" fmla="*/ 1897101 h 4576923"/>
              <a:gd name="connsiteX0" fmla="*/ 6858082 w 6858163"/>
              <a:gd name="connsiteY0" fmla="*/ 1866264 h 4546086"/>
              <a:gd name="connsiteX1" fmla="*/ 6858082 w 6858163"/>
              <a:gd name="connsiteY1" fmla="*/ 4546086 h 4546086"/>
              <a:gd name="connsiteX2" fmla="*/ 82 w 6858163"/>
              <a:gd name="connsiteY2" fmla="*/ 4546086 h 4546086"/>
              <a:gd name="connsiteX3" fmla="*/ 82 w 6858163"/>
              <a:gd name="connsiteY3" fmla="*/ 0 h 4546086"/>
              <a:gd name="connsiteX4" fmla="*/ 6858082 w 6858163"/>
              <a:gd name="connsiteY4" fmla="*/ 1866264 h 4546086"/>
              <a:gd name="connsiteX0" fmla="*/ 6858085 w 6858166"/>
              <a:gd name="connsiteY0" fmla="*/ 3036696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036696 h 4546086"/>
              <a:gd name="connsiteX0" fmla="*/ 6858085 w 6858166"/>
              <a:gd name="connsiteY0" fmla="*/ 3439032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439032 h 4546086"/>
              <a:gd name="connsiteX0" fmla="*/ 6858085 w 6858166"/>
              <a:gd name="connsiteY0" fmla="*/ 2 h 7436736"/>
              <a:gd name="connsiteX1" fmla="*/ 6858082 w 6858166"/>
              <a:gd name="connsiteY1" fmla="*/ 7436736 h 7436736"/>
              <a:gd name="connsiteX2" fmla="*/ 82 w 6858166"/>
              <a:gd name="connsiteY2" fmla="*/ 7436736 h 7436736"/>
              <a:gd name="connsiteX3" fmla="*/ 82 w 6858166"/>
              <a:gd name="connsiteY3" fmla="*/ 2890650 h 7436736"/>
              <a:gd name="connsiteX4" fmla="*/ 6858085 w 6858166"/>
              <a:gd name="connsiteY4" fmla="*/ 2 h 7436736"/>
              <a:gd name="connsiteX0" fmla="*/ 6858003 w 6858085"/>
              <a:gd name="connsiteY0" fmla="*/ 5 h 7436739"/>
              <a:gd name="connsiteX1" fmla="*/ 6858000 w 6858085"/>
              <a:gd name="connsiteY1" fmla="*/ 7436739 h 7436739"/>
              <a:gd name="connsiteX2" fmla="*/ 0 w 6858085"/>
              <a:gd name="connsiteY2" fmla="*/ 7436739 h 7436739"/>
              <a:gd name="connsiteX3" fmla="*/ 71120 w 6858085"/>
              <a:gd name="connsiteY3" fmla="*/ 1508893 h 7436739"/>
              <a:gd name="connsiteX4" fmla="*/ 6858003 w 6858085"/>
              <a:gd name="connsiteY4" fmla="*/ 5 h 7436739"/>
              <a:gd name="connsiteX0" fmla="*/ 6858003 w 6858085"/>
              <a:gd name="connsiteY0" fmla="*/ 24038 h 7460772"/>
              <a:gd name="connsiteX1" fmla="*/ 6858000 w 6858085"/>
              <a:gd name="connsiteY1" fmla="*/ 7460772 h 7460772"/>
              <a:gd name="connsiteX2" fmla="*/ 0 w 6858085"/>
              <a:gd name="connsiteY2" fmla="*/ 7460772 h 7460772"/>
              <a:gd name="connsiteX3" fmla="*/ 81280 w 6858085"/>
              <a:gd name="connsiteY3" fmla="*/ 0 h 7460772"/>
              <a:gd name="connsiteX4" fmla="*/ 6858003 w 6858085"/>
              <a:gd name="connsiteY4" fmla="*/ 24038 h 7460772"/>
              <a:gd name="connsiteX0" fmla="*/ 6858005 w 6858087"/>
              <a:gd name="connsiteY0" fmla="*/ 1759853 h 7460772"/>
              <a:gd name="connsiteX1" fmla="*/ 6858000 w 6858087"/>
              <a:gd name="connsiteY1" fmla="*/ 7460772 h 7460772"/>
              <a:gd name="connsiteX2" fmla="*/ 0 w 6858087"/>
              <a:gd name="connsiteY2" fmla="*/ 7460772 h 7460772"/>
              <a:gd name="connsiteX3" fmla="*/ 81280 w 6858087"/>
              <a:gd name="connsiteY3" fmla="*/ 0 h 7460772"/>
              <a:gd name="connsiteX4" fmla="*/ 6858005 w 6858087"/>
              <a:gd name="connsiteY4" fmla="*/ 1759853 h 7460772"/>
              <a:gd name="connsiteX0" fmla="*/ 6774948 w 6858000"/>
              <a:gd name="connsiteY0" fmla="*/ 958672 h 7460772"/>
              <a:gd name="connsiteX1" fmla="*/ 6858000 w 6858000"/>
              <a:gd name="connsiteY1" fmla="*/ 7460772 h 7460772"/>
              <a:gd name="connsiteX2" fmla="*/ 0 w 6858000"/>
              <a:gd name="connsiteY2" fmla="*/ 7460772 h 7460772"/>
              <a:gd name="connsiteX3" fmla="*/ 81280 w 6858000"/>
              <a:gd name="connsiteY3" fmla="*/ 0 h 7460772"/>
              <a:gd name="connsiteX4" fmla="*/ 6774948 w 6858000"/>
              <a:gd name="connsiteY4" fmla="*/ 958672 h 7460772"/>
              <a:gd name="connsiteX0" fmla="*/ 6774948 w 6858000"/>
              <a:gd name="connsiteY0" fmla="*/ 3 h 6502103"/>
              <a:gd name="connsiteX1" fmla="*/ 6858000 w 6858000"/>
              <a:gd name="connsiteY1" fmla="*/ 6502103 h 6502103"/>
              <a:gd name="connsiteX2" fmla="*/ 0 w 6858000"/>
              <a:gd name="connsiteY2" fmla="*/ 6502103 h 6502103"/>
              <a:gd name="connsiteX3" fmla="*/ 93145 w 6858000"/>
              <a:gd name="connsiteY3" fmla="*/ 3175994 h 6502103"/>
              <a:gd name="connsiteX4" fmla="*/ 6774948 w 6858000"/>
              <a:gd name="connsiteY4" fmla="*/ 3 h 6502103"/>
              <a:gd name="connsiteX0" fmla="*/ 6834274 w 6858000"/>
              <a:gd name="connsiteY0" fmla="*/ 1 h 8862721"/>
              <a:gd name="connsiteX1" fmla="*/ 6858000 w 6858000"/>
              <a:gd name="connsiteY1" fmla="*/ 8862721 h 8862721"/>
              <a:gd name="connsiteX2" fmla="*/ 0 w 6858000"/>
              <a:gd name="connsiteY2" fmla="*/ 8862721 h 8862721"/>
              <a:gd name="connsiteX3" fmla="*/ 93145 w 6858000"/>
              <a:gd name="connsiteY3" fmla="*/ 5536612 h 8862721"/>
              <a:gd name="connsiteX4" fmla="*/ 6834274 w 6858000"/>
              <a:gd name="connsiteY4" fmla="*/ 1 h 8862721"/>
              <a:gd name="connsiteX0" fmla="*/ 6834274 w 6858000"/>
              <a:gd name="connsiteY0" fmla="*/ 1 h 8862721"/>
              <a:gd name="connsiteX1" fmla="*/ 6858000 w 6858000"/>
              <a:gd name="connsiteY1" fmla="*/ 8862721 h 8862721"/>
              <a:gd name="connsiteX2" fmla="*/ 0 w 6858000"/>
              <a:gd name="connsiteY2" fmla="*/ 8862721 h 8862721"/>
              <a:gd name="connsiteX3" fmla="*/ 13691 w 6858000"/>
              <a:gd name="connsiteY3" fmla="*/ 5076753 h 8862721"/>
              <a:gd name="connsiteX4" fmla="*/ 6834274 w 6858000"/>
              <a:gd name="connsiteY4" fmla="*/ 1 h 8862721"/>
              <a:gd name="connsiteX0" fmla="*/ 6845190 w 6868916"/>
              <a:gd name="connsiteY0" fmla="*/ 1 h 8862721"/>
              <a:gd name="connsiteX1" fmla="*/ 6868916 w 6868916"/>
              <a:gd name="connsiteY1" fmla="*/ 8862721 h 8862721"/>
              <a:gd name="connsiteX2" fmla="*/ 10916 w 6868916"/>
              <a:gd name="connsiteY2" fmla="*/ 8862721 h 8862721"/>
              <a:gd name="connsiteX3" fmla="*/ 8716 w 6868916"/>
              <a:gd name="connsiteY3" fmla="*/ 4865985 h 8862721"/>
              <a:gd name="connsiteX4" fmla="*/ 6845190 w 6868916"/>
              <a:gd name="connsiteY4" fmla="*/ 1 h 8862721"/>
              <a:gd name="connsiteX0" fmla="*/ 6845190 w 6868916"/>
              <a:gd name="connsiteY0" fmla="*/ 2 h 8460343"/>
              <a:gd name="connsiteX1" fmla="*/ 6868916 w 6868916"/>
              <a:gd name="connsiteY1" fmla="*/ 8460343 h 8460343"/>
              <a:gd name="connsiteX2" fmla="*/ 10916 w 6868916"/>
              <a:gd name="connsiteY2" fmla="*/ 8460343 h 8460343"/>
              <a:gd name="connsiteX3" fmla="*/ 8716 w 6868916"/>
              <a:gd name="connsiteY3" fmla="*/ 4463607 h 8460343"/>
              <a:gd name="connsiteX4" fmla="*/ 6845190 w 6868916"/>
              <a:gd name="connsiteY4" fmla="*/ 2 h 8460343"/>
              <a:gd name="connsiteX0" fmla="*/ 6874520 w 6898246"/>
              <a:gd name="connsiteY0" fmla="*/ 2 h 8460343"/>
              <a:gd name="connsiteX1" fmla="*/ 6898246 w 6898246"/>
              <a:gd name="connsiteY1" fmla="*/ 8460343 h 8460343"/>
              <a:gd name="connsiteX2" fmla="*/ 40246 w 6898246"/>
              <a:gd name="connsiteY2" fmla="*/ 8460343 h 8460343"/>
              <a:gd name="connsiteX3" fmla="*/ 6264 w 6898246"/>
              <a:gd name="connsiteY3" fmla="*/ 4271999 h 8460343"/>
              <a:gd name="connsiteX4" fmla="*/ 6874520 w 6898246"/>
              <a:gd name="connsiteY4" fmla="*/ 2 h 8460343"/>
              <a:gd name="connsiteX0" fmla="*/ 6885351 w 6909077"/>
              <a:gd name="connsiteY0" fmla="*/ 2 h 8460343"/>
              <a:gd name="connsiteX1" fmla="*/ 6909077 w 6909077"/>
              <a:gd name="connsiteY1" fmla="*/ 8460343 h 8460343"/>
              <a:gd name="connsiteX2" fmla="*/ 51077 w 6909077"/>
              <a:gd name="connsiteY2" fmla="*/ 8460343 h 8460343"/>
              <a:gd name="connsiteX3" fmla="*/ 5694 w 6909077"/>
              <a:gd name="connsiteY3" fmla="*/ 2788336 h 8460343"/>
              <a:gd name="connsiteX4" fmla="*/ 6885351 w 6909077"/>
              <a:gd name="connsiteY4" fmla="*/ 2 h 8460343"/>
              <a:gd name="connsiteX0" fmla="*/ 6896753 w 6909077"/>
              <a:gd name="connsiteY0" fmla="*/ 4 h 8076181"/>
              <a:gd name="connsiteX1" fmla="*/ 6909077 w 6909077"/>
              <a:gd name="connsiteY1" fmla="*/ 8076181 h 8076181"/>
              <a:gd name="connsiteX2" fmla="*/ 51077 w 6909077"/>
              <a:gd name="connsiteY2" fmla="*/ 8076181 h 8076181"/>
              <a:gd name="connsiteX3" fmla="*/ 5694 w 6909077"/>
              <a:gd name="connsiteY3" fmla="*/ 2404174 h 8076181"/>
              <a:gd name="connsiteX4" fmla="*/ 6896753 w 6909077"/>
              <a:gd name="connsiteY4" fmla="*/ 4 h 8076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9077" h="8076181">
                <a:moveTo>
                  <a:pt x="6896753" y="4"/>
                </a:moveTo>
                <a:cubicBezTo>
                  <a:pt x="6896752" y="2478915"/>
                  <a:pt x="6909078" y="5597270"/>
                  <a:pt x="6909077" y="8076181"/>
                </a:cubicBezTo>
                <a:lnTo>
                  <a:pt x="51077" y="8076181"/>
                </a:lnTo>
                <a:cubicBezTo>
                  <a:pt x="82125" y="6967478"/>
                  <a:pt x="-25354" y="3512877"/>
                  <a:pt x="5694" y="2404174"/>
                </a:cubicBezTo>
                <a:cubicBezTo>
                  <a:pt x="-21738" y="2407518"/>
                  <a:pt x="6924188" y="-3340"/>
                  <a:pt x="6896753" y="4"/>
                </a:cubicBezTo>
                <a:close/>
              </a:path>
            </a:pathLst>
          </a:cu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7" name="Graphic 6">
            <a:extLst>
              <a:ext uri="{FF2B5EF4-FFF2-40B4-BE49-F238E27FC236}">
                <a16:creationId xmlns:a16="http://schemas.microsoft.com/office/drawing/2014/main" id="{312775B6-AAC2-6244-DC2D-B5762531ACF9}"/>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5503" b="29905"/>
          <a:stretch/>
        </p:blipFill>
        <p:spPr>
          <a:xfrm rot="10800000" flipH="1">
            <a:off x="6632502" y="3274490"/>
            <a:ext cx="5625662" cy="3645065"/>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4" name="Content Placeholder 2">
            <a:extLst>
              <a:ext uri="{FF2B5EF4-FFF2-40B4-BE49-F238E27FC236}">
                <a16:creationId xmlns:a16="http://schemas.microsoft.com/office/drawing/2014/main" id="{9DC9D013-9912-034A-3CA4-5D39A91AA0FC}"/>
              </a:ext>
            </a:extLst>
          </p:cNvPr>
          <p:cNvSpPr>
            <a:spLocks noGrp="1"/>
          </p:cNvSpPr>
          <p:nvPr>
            <p:ph sz="half" idx="1"/>
          </p:nvPr>
        </p:nvSpPr>
        <p:spPr>
          <a:xfrm>
            <a:off x="398929" y="1478216"/>
            <a:ext cx="524551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87310A49-D112-7589-2279-4983D892AAD7}"/>
              </a:ext>
            </a:extLst>
          </p:cNvPr>
          <p:cNvSpPr>
            <a:spLocks noGrp="1"/>
          </p:cNvSpPr>
          <p:nvPr>
            <p:ph sz="half" idx="2"/>
          </p:nvPr>
        </p:nvSpPr>
        <p:spPr>
          <a:xfrm>
            <a:off x="6175022" y="1478216"/>
            <a:ext cx="562073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2">
            <a:extLst>
              <a:ext uri="{FF2B5EF4-FFF2-40B4-BE49-F238E27FC236}">
                <a16:creationId xmlns:a16="http://schemas.microsoft.com/office/drawing/2014/main" id="{E7DC37CF-D778-8900-3559-995E88AC96AC}"/>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1955767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rge Purple Column 2">
    <p:spTree>
      <p:nvGrpSpPr>
        <p:cNvPr id="1" name=""/>
        <p:cNvGrpSpPr/>
        <p:nvPr/>
      </p:nvGrpSpPr>
      <p:grpSpPr>
        <a:xfrm>
          <a:off x="0" y="0"/>
          <a:ext cx="0" cy="0"/>
          <a:chOff x="0" y="0"/>
          <a:chExt cx="0" cy="0"/>
        </a:xfrm>
      </p:grpSpPr>
      <p:sp>
        <p:nvSpPr>
          <p:cNvPr id="3" name="Freeform: Shape 3">
            <a:extLst>
              <a:ext uri="{FF2B5EF4-FFF2-40B4-BE49-F238E27FC236}">
                <a16:creationId xmlns:a16="http://schemas.microsoft.com/office/drawing/2014/main" id="{C29E7D22-8F34-9CA7-32FA-55D3DA369EB3}"/>
              </a:ext>
            </a:extLst>
          </p:cNvPr>
          <p:cNvSpPr/>
          <p:nvPr userDrawn="1"/>
        </p:nvSpPr>
        <p:spPr>
          <a:xfrm rot="16200000" flipH="1">
            <a:off x="4418101" y="-904014"/>
            <a:ext cx="6840130" cy="8771467"/>
          </a:xfrm>
          <a:custGeom>
            <a:avLst/>
            <a:gdLst>
              <a:gd name="connsiteX0" fmla="*/ 6858000 w 6858000"/>
              <a:gd name="connsiteY0" fmla="*/ 6895464 h 9575286"/>
              <a:gd name="connsiteX1" fmla="*/ 6858000 w 6858000"/>
              <a:gd name="connsiteY1" fmla="*/ 9575286 h 9575286"/>
              <a:gd name="connsiteX2" fmla="*/ 0 w 6858000"/>
              <a:gd name="connsiteY2" fmla="*/ 9575286 h 9575286"/>
              <a:gd name="connsiteX3" fmla="*/ 0 w 6858000"/>
              <a:gd name="connsiteY3" fmla="*/ 0 h 9575286"/>
              <a:gd name="connsiteX0" fmla="*/ 6858000 w 6858000"/>
              <a:gd name="connsiteY0" fmla="*/ 1866264 h 4546086"/>
              <a:gd name="connsiteX1" fmla="*/ 6858000 w 6858000"/>
              <a:gd name="connsiteY1" fmla="*/ 4546086 h 4546086"/>
              <a:gd name="connsiteX2" fmla="*/ 0 w 6858000"/>
              <a:gd name="connsiteY2" fmla="*/ 4546086 h 4546086"/>
              <a:gd name="connsiteX3" fmla="*/ 0 w 6858000"/>
              <a:gd name="connsiteY3" fmla="*/ 0 h 4546086"/>
              <a:gd name="connsiteX4" fmla="*/ 6858000 w 6858000"/>
              <a:gd name="connsiteY4" fmla="*/ 1866264 h 4546086"/>
              <a:gd name="connsiteX0" fmla="*/ 6858122 w 6858122"/>
              <a:gd name="connsiteY0" fmla="*/ 1897101 h 4576923"/>
              <a:gd name="connsiteX1" fmla="*/ 6858122 w 6858122"/>
              <a:gd name="connsiteY1" fmla="*/ 4576923 h 4576923"/>
              <a:gd name="connsiteX2" fmla="*/ 122 w 6858122"/>
              <a:gd name="connsiteY2" fmla="*/ 4576923 h 4576923"/>
              <a:gd name="connsiteX3" fmla="*/ 122 w 6858122"/>
              <a:gd name="connsiteY3" fmla="*/ 30837 h 4576923"/>
              <a:gd name="connsiteX4" fmla="*/ 6858122 w 6858122"/>
              <a:gd name="connsiteY4" fmla="*/ 1897101 h 4576923"/>
              <a:gd name="connsiteX0" fmla="*/ 6858082 w 6858163"/>
              <a:gd name="connsiteY0" fmla="*/ 1866264 h 4546086"/>
              <a:gd name="connsiteX1" fmla="*/ 6858082 w 6858163"/>
              <a:gd name="connsiteY1" fmla="*/ 4546086 h 4546086"/>
              <a:gd name="connsiteX2" fmla="*/ 82 w 6858163"/>
              <a:gd name="connsiteY2" fmla="*/ 4546086 h 4546086"/>
              <a:gd name="connsiteX3" fmla="*/ 82 w 6858163"/>
              <a:gd name="connsiteY3" fmla="*/ 0 h 4546086"/>
              <a:gd name="connsiteX4" fmla="*/ 6858082 w 6858163"/>
              <a:gd name="connsiteY4" fmla="*/ 1866264 h 4546086"/>
              <a:gd name="connsiteX0" fmla="*/ 6858085 w 6858166"/>
              <a:gd name="connsiteY0" fmla="*/ 3036696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036696 h 4546086"/>
              <a:gd name="connsiteX0" fmla="*/ 6858085 w 6858166"/>
              <a:gd name="connsiteY0" fmla="*/ 3439032 h 4546086"/>
              <a:gd name="connsiteX1" fmla="*/ 6858082 w 6858166"/>
              <a:gd name="connsiteY1" fmla="*/ 4546086 h 4546086"/>
              <a:gd name="connsiteX2" fmla="*/ 82 w 6858166"/>
              <a:gd name="connsiteY2" fmla="*/ 4546086 h 4546086"/>
              <a:gd name="connsiteX3" fmla="*/ 82 w 6858166"/>
              <a:gd name="connsiteY3" fmla="*/ 0 h 4546086"/>
              <a:gd name="connsiteX4" fmla="*/ 6858085 w 6858166"/>
              <a:gd name="connsiteY4" fmla="*/ 3439032 h 4546086"/>
              <a:gd name="connsiteX0" fmla="*/ 6858085 w 6858166"/>
              <a:gd name="connsiteY0" fmla="*/ 2 h 7436736"/>
              <a:gd name="connsiteX1" fmla="*/ 6858082 w 6858166"/>
              <a:gd name="connsiteY1" fmla="*/ 7436736 h 7436736"/>
              <a:gd name="connsiteX2" fmla="*/ 82 w 6858166"/>
              <a:gd name="connsiteY2" fmla="*/ 7436736 h 7436736"/>
              <a:gd name="connsiteX3" fmla="*/ 82 w 6858166"/>
              <a:gd name="connsiteY3" fmla="*/ 2890650 h 7436736"/>
              <a:gd name="connsiteX4" fmla="*/ 6858085 w 6858166"/>
              <a:gd name="connsiteY4" fmla="*/ 2 h 7436736"/>
              <a:gd name="connsiteX0" fmla="*/ 6858003 w 6858085"/>
              <a:gd name="connsiteY0" fmla="*/ 5 h 7436739"/>
              <a:gd name="connsiteX1" fmla="*/ 6858000 w 6858085"/>
              <a:gd name="connsiteY1" fmla="*/ 7436739 h 7436739"/>
              <a:gd name="connsiteX2" fmla="*/ 0 w 6858085"/>
              <a:gd name="connsiteY2" fmla="*/ 7436739 h 7436739"/>
              <a:gd name="connsiteX3" fmla="*/ 71120 w 6858085"/>
              <a:gd name="connsiteY3" fmla="*/ 1508893 h 7436739"/>
              <a:gd name="connsiteX4" fmla="*/ 6858003 w 6858085"/>
              <a:gd name="connsiteY4" fmla="*/ 5 h 7436739"/>
              <a:gd name="connsiteX0" fmla="*/ 6858003 w 6858085"/>
              <a:gd name="connsiteY0" fmla="*/ 24038 h 7460772"/>
              <a:gd name="connsiteX1" fmla="*/ 6858000 w 6858085"/>
              <a:gd name="connsiteY1" fmla="*/ 7460772 h 7460772"/>
              <a:gd name="connsiteX2" fmla="*/ 0 w 6858085"/>
              <a:gd name="connsiteY2" fmla="*/ 7460772 h 7460772"/>
              <a:gd name="connsiteX3" fmla="*/ 81280 w 6858085"/>
              <a:gd name="connsiteY3" fmla="*/ 0 h 7460772"/>
              <a:gd name="connsiteX4" fmla="*/ 6858003 w 6858085"/>
              <a:gd name="connsiteY4" fmla="*/ 24038 h 7460772"/>
              <a:gd name="connsiteX0" fmla="*/ 6858005 w 6858087"/>
              <a:gd name="connsiteY0" fmla="*/ 1759853 h 7460772"/>
              <a:gd name="connsiteX1" fmla="*/ 6858000 w 6858087"/>
              <a:gd name="connsiteY1" fmla="*/ 7460772 h 7460772"/>
              <a:gd name="connsiteX2" fmla="*/ 0 w 6858087"/>
              <a:gd name="connsiteY2" fmla="*/ 7460772 h 7460772"/>
              <a:gd name="connsiteX3" fmla="*/ 81280 w 6858087"/>
              <a:gd name="connsiteY3" fmla="*/ 0 h 7460772"/>
              <a:gd name="connsiteX4" fmla="*/ 6858005 w 6858087"/>
              <a:gd name="connsiteY4" fmla="*/ 1759853 h 7460772"/>
              <a:gd name="connsiteX0" fmla="*/ 6774948 w 6858000"/>
              <a:gd name="connsiteY0" fmla="*/ 958672 h 7460772"/>
              <a:gd name="connsiteX1" fmla="*/ 6858000 w 6858000"/>
              <a:gd name="connsiteY1" fmla="*/ 7460772 h 7460772"/>
              <a:gd name="connsiteX2" fmla="*/ 0 w 6858000"/>
              <a:gd name="connsiteY2" fmla="*/ 7460772 h 7460772"/>
              <a:gd name="connsiteX3" fmla="*/ 81280 w 6858000"/>
              <a:gd name="connsiteY3" fmla="*/ 0 h 7460772"/>
              <a:gd name="connsiteX4" fmla="*/ 6774948 w 6858000"/>
              <a:gd name="connsiteY4" fmla="*/ 958672 h 7460772"/>
              <a:gd name="connsiteX0" fmla="*/ 6774948 w 6858000"/>
              <a:gd name="connsiteY0" fmla="*/ 3 h 6502103"/>
              <a:gd name="connsiteX1" fmla="*/ 6858000 w 6858000"/>
              <a:gd name="connsiteY1" fmla="*/ 6502103 h 6502103"/>
              <a:gd name="connsiteX2" fmla="*/ 0 w 6858000"/>
              <a:gd name="connsiteY2" fmla="*/ 6502103 h 6502103"/>
              <a:gd name="connsiteX3" fmla="*/ 93145 w 6858000"/>
              <a:gd name="connsiteY3" fmla="*/ 3175994 h 6502103"/>
              <a:gd name="connsiteX4" fmla="*/ 6774948 w 6858000"/>
              <a:gd name="connsiteY4" fmla="*/ 3 h 6502103"/>
              <a:gd name="connsiteX0" fmla="*/ 6834274 w 6858000"/>
              <a:gd name="connsiteY0" fmla="*/ 1 h 8862721"/>
              <a:gd name="connsiteX1" fmla="*/ 6858000 w 6858000"/>
              <a:gd name="connsiteY1" fmla="*/ 8862721 h 8862721"/>
              <a:gd name="connsiteX2" fmla="*/ 0 w 6858000"/>
              <a:gd name="connsiteY2" fmla="*/ 8862721 h 8862721"/>
              <a:gd name="connsiteX3" fmla="*/ 93145 w 6858000"/>
              <a:gd name="connsiteY3" fmla="*/ 5536612 h 8862721"/>
              <a:gd name="connsiteX4" fmla="*/ 6834274 w 6858000"/>
              <a:gd name="connsiteY4" fmla="*/ 1 h 8862721"/>
              <a:gd name="connsiteX0" fmla="*/ 6834274 w 6858000"/>
              <a:gd name="connsiteY0" fmla="*/ 1 h 8862721"/>
              <a:gd name="connsiteX1" fmla="*/ 6858000 w 6858000"/>
              <a:gd name="connsiteY1" fmla="*/ 8862721 h 8862721"/>
              <a:gd name="connsiteX2" fmla="*/ 0 w 6858000"/>
              <a:gd name="connsiteY2" fmla="*/ 8862721 h 8862721"/>
              <a:gd name="connsiteX3" fmla="*/ 13691 w 6858000"/>
              <a:gd name="connsiteY3" fmla="*/ 5076753 h 8862721"/>
              <a:gd name="connsiteX4" fmla="*/ 6834274 w 6858000"/>
              <a:gd name="connsiteY4" fmla="*/ 1 h 8862721"/>
              <a:gd name="connsiteX0" fmla="*/ 6845190 w 6868916"/>
              <a:gd name="connsiteY0" fmla="*/ 1 h 8862721"/>
              <a:gd name="connsiteX1" fmla="*/ 6868916 w 6868916"/>
              <a:gd name="connsiteY1" fmla="*/ 8862721 h 8862721"/>
              <a:gd name="connsiteX2" fmla="*/ 10916 w 6868916"/>
              <a:gd name="connsiteY2" fmla="*/ 8862721 h 8862721"/>
              <a:gd name="connsiteX3" fmla="*/ 8716 w 6868916"/>
              <a:gd name="connsiteY3" fmla="*/ 4865985 h 8862721"/>
              <a:gd name="connsiteX4" fmla="*/ 6845190 w 6868916"/>
              <a:gd name="connsiteY4" fmla="*/ 1 h 8862721"/>
              <a:gd name="connsiteX0" fmla="*/ 6845190 w 6868916"/>
              <a:gd name="connsiteY0" fmla="*/ 2 h 8460343"/>
              <a:gd name="connsiteX1" fmla="*/ 6868916 w 6868916"/>
              <a:gd name="connsiteY1" fmla="*/ 8460343 h 8460343"/>
              <a:gd name="connsiteX2" fmla="*/ 10916 w 6868916"/>
              <a:gd name="connsiteY2" fmla="*/ 8460343 h 8460343"/>
              <a:gd name="connsiteX3" fmla="*/ 8716 w 6868916"/>
              <a:gd name="connsiteY3" fmla="*/ 4463607 h 8460343"/>
              <a:gd name="connsiteX4" fmla="*/ 6845190 w 6868916"/>
              <a:gd name="connsiteY4" fmla="*/ 2 h 8460343"/>
              <a:gd name="connsiteX0" fmla="*/ 6874520 w 6898246"/>
              <a:gd name="connsiteY0" fmla="*/ 2 h 8460343"/>
              <a:gd name="connsiteX1" fmla="*/ 6898246 w 6898246"/>
              <a:gd name="connsiteY1" fmla="*/ 8460343 h 8460343"/>
              <a:gd name="connsiteX2" fmla="*/ 40246 w 6898246"/>
              <a:gd name="connsiteY2" fmla="*/ 8460343 h 8460343"/>
              <a:gd name="connsiteX3" fmla="*/ 6264 w 6898246"/>
              <a:gd name="connsiteY3" fmla="*/ 4271999 h 8460343"/>
              <a:gd name="connsiteX4" fmla="*/ 6874520 w 6898246"/>
              <a:gd name="connsiteY4" fmla="*/ 2 h 8460343"/>
              <a:gd name="connsiteX0" fmla="*/ 6885351 w 6909077"/>
              <a:gd name="connsiteY0" fmla="*/ 2 h 8460343"/>
              <a:gd name="connsiteX1" fmla="*/ 6909077 w 6909077"/>
              <a:gd name="connsiteY1" fmla="*/ 8460343 h 8460343"/>
              <a:gd name="connsiteX2" fmla="*/ 51077 w 6909077"/>
              <a:gd name="connsiteY2" fmla="*/ 8460343 h 8460343"/>
              <a:gd name="connsiteX3" fmla="*/ 5694 w 6909077"/>
              <a:gd name="connsiteY3" fmla="*/ 2788336 h 8460343"/>
              <a:gd name="connsiteX4" fmla="*/ 6885351 w 6909077"/>
              <a:gd name="connsiteY4" fmla="*/ 2 h 8460343"/>
              <a:gd name="connsiteX0" fmla="*/ 6896753 w 6909077"/>
              <a:gd name="connsiteY0" fmla="*/ 4 h 8076181"/>
              <a:gd name="connsiteX1" fmla="*/ 6909077 w 6909077"/>
              <a:gd name="connsiteY1" fmla="*/ 8076181 h 8076181"/>
              <a:gd name="connsiteX2" fmla="*/ 51077 w 6909077"/>
              <a:gd name="connsiteY2" fmla="*/ 8076181 h 8076181"/>
              <a:gd name="connsiteX3" fmla="*/ 5694 w 6909077"/>
              <a:gd name="connsiteY3" fmla="*/ 2404174 h 8076181"/>
              <a:gd name="connsiteX4" fmla="*/ 6896753 w 6909077"/>
              <a:gd name="connsiteY4" fmla="*/ 4 h 8076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9077" h="8076181">
                <a:moveTo>
                  <a:pt x="6896753" y="4"/>
                </a:moveTo>
                <a:cubicBezTo>
                  <a:pt x="6896752" y="2478915"/>
                  <a:pt x="6909078" y="5597270"/>
                  <a:pt x="6909077" y="8076181"/>
                </a:cubicBezTo>
                <a:lnTo>
                  <a:pt x="51077" y="8076181"/>
                </a:lnTo>
                <a:cubicBezTo>
                  <a:pt x="82125" y="6967478"/>
                  <a:pt x="-25354" y="3512877"/>
                  <a:pt x="5694" y="2404174"/>
                </a:cubicBezTo>
                <a:cubicBezTo>
                  <a:pt x="-21738" y="2407518"/>
                  <a:pt x="6924188" y="-3340"/>
                  <a:pt x="6896753" y="4"/>
                </a:cubicBezTo>
                <a:close/>
              </a:path>
            </a:pathLst>
          </a:cu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8" name="Graphic 7">
            <a:extLst>
              <a:ext uri="{FF2B5EF4-FFF2-40B4-BE49-F238E27FC236}">
                <a16:creationId xmlns:a16="http://schemas.microsoft.com/office/drawing/2014/main" id="{0ED88935-2F18-C4EE-9399-7FD5AD4997DE}"/>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5503" b="29905"/>
          <a:stretch/>
        </p:blipFill>
        <p:spPr>
          <a:xfrm rot="10800000" flipH="1">
            <a:off x="6632670" y="3280931"/>
            <a:ext cx="5625662" cy="3645065"/>
          </a:xfrm>
          <a:prstGeom prst="rect">
            <a:avLst/>
          </a:prstGeom>
        </p:spPr>
      </p:pic>
      <p:sp>
        <p:nvSpPr>
          <p:cNvPr id="29" name="Title Placeholder 1">
            <a:extLst>
              <a:ext uri="{FF2B5EF4-FFF2-40B4-BE49-F238E27FC236}">
                <a16:creationId xmlns:a16="http://schemas.microsoft.com/office/drawing/2014/main" id="{9E3ED4D3-1615-089A-8979-A2B8776C704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sp>
        <p:nvSpPr>
          <p:cNvPr id="5" name="Content Placeholder 2">
            <a:extLst>
              <a:ext uri="{FF2B5EF4-FFF2-40B4-BE49-F238E27FC236}">
                <a16:creationId xmlns:a16="http://schemas.microsoft.com/office/drawing/2014/main" id="{DD8AD0FA-94E3-7E79-DC97-B6B0289C8F65}"/>
              </a:ext>
            </a:extLst>
          </p:cNvPr>
          <p:cNvSpPr>
            <a:spLocks noGrp="1"/>
          </p:cNvSpPr>
          <p:nvPr>
            <p:ph sz="half" idx="1"/>
          </p:nvPr>
        </p:nvSpPr>
        <p:spPr>
          <a:xfrm>
            <a:off x="398929" y="1478216"/>
            <a:ext cx="452302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96A7998F-32C0-3B33-94CB-A7DD0A762D47}"/>
              </a:ext>
            </a:extLst>
          </p:cNvPr>
          <p:cNvSpPr>
            <a:spLocks noGrp="1"/>
          </p:cNvSpPr>
          <p:nvPr>
            <p:ph sz="half" idx="2"/>
          </p:nvPr>
        </p:nvSpPr>
        <p:spPr>
          <a:xfrm>
            <a:off x="5559331" y="1478216"/>
            <a:ext cx="6236429"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ubtitle 2">
            <a:extLst>
              <a:ext uri="{FF2B5EF4-FFF2-40B4-BE49-F238E27FC236}">
                <a16:creationId xmlns:a16="http://schemas.microsoft.com/office/drawing/2014/main" id="{71155842-4FED-C87A-3950-D408BE5C6E4B}"/>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3998997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op Purple Row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53EEEE-226A-3D65-B836-617278BFD025}"/>
              </a:ext>
            </a:extLst>
          </p:cNvPr>
          <p:cNvSpPr/>
          <p:nvPr userDrawn="1"/>
        </p:nvSpPr>
        <p:spPr>
          <a:xfrm flipH="1">
            <a:off x="-1" y="1"/>
            <a:ext cx="12188825" cy="448056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p>
        </p:txBody>
      </p:sp>
      <p:sp>
        <p:nvSpPr>
          <p:cNvPr id="6" name="Title Placeholder 1">
            <a:extLst>
              <a:ext uri="{FF2B5EF4-FFF2-40B4-BE49-F238E27FC236}">
                <a16:creationId xmlns:a16="http://schemas.microsoft.com/office/drawing/2014/main" id="{40F26685-126D-A17D-7CC3-7DE204E0779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pic>
        <p:nvPicPr>
          <p:cNvPr id="8" name="Graphic 7">
            <a:extLst>
              <a:ext uri="{FF2B5EF4-FFF2-40B4-BE49-F238E27FC236}">
                <a16:creationId xmlns:a16="http://schemas.microsoft.com/office/drawing/2014/main" id="{FCE3A2AF-0F0B-49AE-EDD2-C401F66C9DF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6492" b="26410"/>
          <a:stretch/>
        </p:blipFill>
        <p:spPr>
          <a:xfrm>
            <a:off x="6602818" y="55561"/>
            <a:ext cx="5660433" cy="3892389"/>
          </a:xfrm>
          <a:prstGeom prst="rect">
            <a:avLst/>
          </a:prstGeom>
        </p:spPr>
      </p:pic>
      <p:sp>
        <p:nvSpPr>
          <p:cNvPr id="4" name="Content Placeholder 2">
            <a:extLst>
              <a:ext uri="{FF2B5EF4-FFF2-40B4-BE49-F238E27FC236}">
                <a16:creationId xmlns:a16="http://schemas.microsoft.com/office/drawing/2014/main" id="{52C1016B-C16A-947D-DF8F-2DE4A64B6F5B}"/>
              </a:ext>
            </a:extLst>
          </p:cNvPr>
          <p:cNvSpPr>
            <a:spLocks noGrp="1"/>
          </p:cNvSpPr>
          <p:nvPr>
            <p:ph idx="1"/>
          </p:nvPr>
        </p:nvSpPr>
        <p:spPr>
          <a:xfrm>
            <a:off x="403413" y="1479176"/>
            <a:ext cx="11379615" cy="2872599"/>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ubtitle 2">
            <a:extLst>
              <a:ext uri="{FF2B5EF4-FFF2-40B4-BE49-F238E27FC236}">
                <a16:creationId xmlns:a16="http://schemas.microsoft.com/office/drawing/2014/main" id="{5BA352A6-C99B-7B9D-93C3-83D76F505744}"/>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7303297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 Purple Row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53EEEE-226A-3D65-B836-617278BFD025}"/>
              </a:ext>
            </a:extLst>
          </p:cNvPr>
          <p:cNvSpPr/>
          <p:nvPr userDrawn="1"/>
        </p:nvSpPr>
        <p:spPr>
          <a:xfrm flipH="1">
            <a:off x="-2" y="0"/>
            <a:ext cx="12188825" cy="5054599"/>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p>
        </p:txBody>
      </p:sp>
      <p:sp>
        <p:nvSpPr>
          <p:cNvPr id="6" name="Title Placeholder 1">
            <a:extLst>
              <a:ext uri="{FF2B5EF4-FFF2-40B4-BE49-F238E27FC236}">
                <a16:creationId xmlns:a16="http://schemas.microsoft.com/office/drawing/2014/main" id="{40F26685-126D-A17D-7CC3-7DE204E0779D}"/>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a:t>Click to edit Master title style</a:t>
            </a:r>
          </a:p>
        </p:txBody>
      </p:sp>
      <p:pic>
        <p:nvPicPr>
          <p:cNvPr id="5" name="Graphic 4">
            <a:extLst>
              <a:ext uri="{FF2B5EF4-FFF2-40B4-BE49-F238E27FC236}">
                <a16:creationId xmlns:a16="http://schemas.microsoft.com/office/drawing/2014/main" id="{C953C951-70FD-4FAB-A24F-809AF38456C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7753"/>
          <a:stretch/>
        </p:blipFill>
        <p:spPr>
          <a:xfrm rot="16200000" flipV="1">
            <a:off x="7674123" y="-360276"/>
            <a:ext cx="4141864" cy="5042749"/>
          </a:xfrm>
          <a:prstGeom prst="rect">
            <a:avLst/>
          </a:prstGeom>
        </p:spPr>
      </p:pic>
      <p:sp>
        <p:nvSpPr>
          <p:cNvPr id="4" name="Content Placeholder 2">
            <a:extLst>
              <a:ext uri="{FF2B5EF4-FFF2-40B4-BE49-F238E27FC236}">
                <a16:creationId xmlns:a16="http://schemas.microsoft.com/office/drawing/2014/main" id="{EA6BFEF7-7115-36BF-D3EF-DEAC94DE9015}"/>
              </a:ext>
            </a:extLst>
          </p:cNvPr>
          <p:cNvSpPr>
            <a:spLocks noGrp="1"/>
          </p:cNvSpPr>
          <p:nvPr>
            <p:ph idx="1"/>
          </p:nvPr>
        </p:nvSpPr>
        <p:spPr>
          <a:xfrm>
            <a:off x="403413" y="1479177"/>
            <a:ext cx="11379615" cy="3347348"/>
          </a:xfrm>
        </p:spPr>
        <p:txBody>
          <a:bodyPr/>
          <a:lstStyle>
            <a:lvl1pPr>
              <a:defRPr sz="2400" baseline="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ubtitle 2">
            <a:extLst>
              <a:ext uri="{FF2B5EF4-FFF2-40B4-BE49-F238E27FC236}">
                <a16:creationId xmlns:a16="http://schemas.microsoft.com/office/drawing/2014/main" id="{EF0CA84C-3FC2-81F5-0CEC-A7CA95D339FC}"/>
              </a:ext>
            </a:extLst>
          </p:cNvPr>
          <p:cNvSpPr>
            <a:spLocks noGrp="1"/>
          </p:cNvSpPr>
          <p:nvPr>
            <p:ph type="subTitle" idx="10"/>
          </p:nvPr>
        </p:nvSpPr>
        <p:spPr>
          <a:xfrm>
            <a:off x="398928" y="896585"/>
            <a:ext cx="11379615" cy="295170"/>
          </a:xfrm>
        </p:spPr>
        <p:txBody>
          <a:bodyPr>
            <a:noAutofit/>
          </a:bodyPr>
          <a:lstStyle>
            <a:lvl1pPr marL="0" indent="0" algn="l">
              <a:buNone/>
              <a:defRPr sz="1800" cap="all" spc="20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583720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9558A98-681A-8546-4364-5637714309B9}"/>
              </a:ext>
            </a:extLst>
          </p:cNvPr>
          <p:cNvSpPr/>
          <p:nvPr userDrawn="1"/>
        </p:nvSpPr>
        <p:spPr>
          <a:xfrm>
            <a:off x="297593" y="5882326"/>
            <a:ext cx="1640264" cy="65987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 name="Picture 2">
            <a:extLst>
              <a:ext uri="{FF2B5EF4-FFF2-40B4-BE49-F238E27FC236}">
                <a16:creationId xmlns:a16="http://schemas.microsoft.com/office/drawing/2014/main" id="{CB5504AF-9655-8EDA-F0BC-6949932C120C}"/>
              </a:ext>
            </a:extLst>
          </p:cNvPr>
          <p:cNvPicPr>
            <a:picLocks noChangeAspect="1"/>
          </p:cNvPicPr>
          <p:nvPr userDrawn="1"/>
        </p:nvPicPr>
        <p:blipFill>
          <a:blip r:embed="rId2"/>
          <a:srcRect b="28796"/>
          <a:stretch/>
        </p:blipFill>
        <p:spPr>
          <a:xfrm>
            <a:off x="-89900" y="2454993"/>
            <a:ext cx="12367368" cy="4403007"/>
          </a:xfrm>
          <a:prstGeom prst="rect">
            <a:avLst/>
          </a:prstGeom>
        </p:spPr>
      </p:pic>
      <p:cxnSp>
        <p:nvCxnSpPr>
          <p:cNvPr id="7" name="Straight Connector 6">
            <a:extLst>
              <a:ext uri="{FF2B5EF4-FFF2-40B4-BE49-F238E27FC236}">
                <a16:creationId xmlns:a16="http://schemas.microsoft.com/office/drawing/2014/main" id="{F770D29A-06CD-F2ED-6A56-6BB7F6A53BC2}"/>
              </a:ext>
            </a:extLst>
          </p:cNvPr>
          <p:cNvCxnSpPr/>
          <p:nvPr userDrawn="1"/>
        </p:nvCxnSpPr>
        <p:spPr>
          <a:xfrm>
            <a:off x="1895842" y="2973655"/>
            <a:ext cx="8334532" cy="0"/>
          </a:xfrm>
          <a:prstGeom prst="line">
            <a:avLst/>
          </a:prstGeom>
          <a:ln w="28575">
            <a:gradFill flip="none" rotWithShape="1">
              <a:gsLst>
                <a:gs pos="0">
                  <a:schemeClr val="accent5"/>
                </a:gs>
                <a:gs pos="100000">
                  <a:schemeClr val="tx1"/>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8EE46F6-61C4-80F9-FC79-7D119F7ABD87}"/>
              </a:ext>
            </a:extLst>
          </p:cNvPr>
          <p:cNvSpPr txBox="1"/>
          <p:nvPr userDrawn="1"/>
        </p:nvSpPr>
        <p:spPr>
          <a:xfrm>
            <a:off x="1754036" y="3343234"/>
            <a:ext cx="8618143" cy="1323439"/>
          </a:xfrm>
          <a:prstGeom prst="rect">
            <a:avLst/>
          </a:prstGeom>
          <a:noFill/>
        </p:spPr>
        <p:txBody>
          <a:bodyPr wrap="square">
            <a:spAutoFit/>
          </a:bodyPr>
          <a:lstStyle/>
          <a:p>
            <a:pPr algn="just"/>
            <a:r>
              <a:rPr lang="en-US" sz="1600" b="0" dirty="0">
                <a:solidFill>
                  <a:schemeClr val="tx2"/>
                </a:solidFill>
              </a:rPr>
              <a:t>At </a:t>
            </a:r>
            <a:r>
              <a:rPr lang="en-US" sz="1600" b="0" dirty="0" err="1">
                <a:solidFill>
                  <a:schemeClr val="tx2"/>
                </a:solidFill>
              </a:rPr>
              <a:t>AnitaB.org</a:t>
            </a:r>
            <a:r>
              <a:rPr lang="en-US" sz="1600" b="0" dirty="0">
                <a:solidFill>
                  <a:schemeClr val="tx2"/>
                </a:solidFill>
              </a:rPr>
              <a:t> India, our mission is to enable and equip women in tech with the tools, resources, and knowledge they need to thrive. Through innovative programs and initiatives, we empower women to chart new paths, better prepared to lead, advance, and achieve equitable compensation. We believe that when women succeed, they uplift their communities and redefine success on their terms, both professionally and personally.</a:t>
            </a:r>
            <a:endParaRPr lang="en-US" sz="1600" dirty="0"/>
          </a:p>
        </p:txBody>
      </p:sp>
      <p:pic>
        <p:nvPicPr>
          <p:cNvPr id="4" name="Google Shape;20;p18" title="Logo-02.png">
            <a:extLst>
              <a:ext uri="{FF2B5EF4-FFF2-40B4-BE49-F238E27FC236}">
                <a16:creationId xmlns:a16="http://schemas.microsoft.com/office/drawing/2014/main" id="{8A416C13-4238-D65B-F9E0-76EB91CAAC7E}"/>
              </a:ext>
            </a:extLst>
          </p:cNvPr>
          <p:cNvPicPr preferRelativeResize="0"/>
          <p:nvPr userDrawn="1"/>
        </p:nvPicPr>
        <p:blipFill>
          <a:blip r:embed="rId3">
            <a:alphaModFix/>
          </a:blip>
          <a:stretch>
            <a:fillRect/>
          </a:stretch>
        </p:blipFill>
        <p:spPr>
          <a:xfrm>
            <a:off x="4553223" y="1140796"/>
            <a:ext cx="3085555" cy="1521693"/>
          </a:xfrm>
          <a:prstGeom prst="rect">
            <a:avLst/>
          </a:prstGeom>
          <a:noFill/>
          <a:ln>
            <a:noFill/>
          </a:ln>
        </p:spPr>
      </p:pic>
    </p:spTree>
    <p:extLst>
      <p:ext uri="{BB962C8B-B14F-4D97-AF65-F5344CB8AC3E}">
        <p14:creationId xmlns:p14="http://schemas.microsoft.com/office/powerpoint/2010/main" val="7498056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917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Google Shape;13;p17" title="Logo-02.png">
            <a:extLst>
              <a:ext uri="{FF2B5EF4-FFF2-40B4-BE49-F238E27FC236}">
                <a16:creationId xmlns:a16="http://schemas.microsoft.com/office/drawing/2014/main" id="{55FE444F-C25B-9EF5-7483-8ED52F7BC84D}"/>
              </a:ext>
            </a:extLst>
          </p:cNvPr>
          <p:cNvPicPr preferRelativeResize="0"/>
          <p:nvPr userDrawn="1"/>
        </p:nvPicPr>
        <p:blipFill>
          <a:blip r:embed="rId21">
            <a:alphaModFix/>
          </a:blip>
          <a:stretch>
            <a:fillRect/>
          </a:stretch>
        </p:blipFill>
        <p:spPr>
          <a:xfrm>
            <a:off x="413636" y="6116548"/>
            <a:ext cx="1062418" cy="523938"/>
          </a:xfrm>
          <a:prstGeom prst="rect">
            <a:avLst/>
          </a:prstGeom>
          <a:noFill/>
          <a:ln>
            <a:noFill/>
          </a:ln>
        </p:spPr>
      </p:pic>
      <p:sp>
        <p:nvSpPr>
          <p:cNvPr id="2" name="Title Placeholder 1">
            <a:extLst>
              <a:ext uri="{FF2B5EF4-FFF2-40B4-BE49-F238E27FC236}">
                <a16:creationId xmlns:a16="http://schemas.microsoft.com/office/drawing/2014/main" id="{4E86D6B6-D99A-0E58-2CA4-C4864728F274}"/>
              </a:ext>
            </a:extLst>
          </p:cNvPr>
          <p:cNvSpPr>
            <a:spLocks noGrp="1"/>
          </p:cNvSpPr>
          <p:nvPr>
            <p:ph type="title"/>
          </p:nvPr>
        </p:nvSpPr>
        <p:spPr>
          <a:xfrm>
            <a:off x="398929" y="459387"/>
            <a:ext cx="11384099" cy="445869"/>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0B30213D-C108-3755-D45E-D8DD10CCA671}"/>
              </a:ext>
            </a:extLst>
          </p:cNvPr>
          <p:cNvSpPr>
            <a:spLocks noGrp="1"/>
          </p:cNvSpPr>
          <p:nvPr>
            <p:ph type="body" idx="1"/>
          </p:nvPr>
        </p:nvSpPr>
        <p:spPr>
          <a:xfrm>
            <a:off x="398929" y="1453662"/>
            <a:ext cx="11384099" cy="4461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CA9891F-4284-2E7E-16B1-3335D8B5CDBF}"/>
              </a:ext>
            </a:extLst>
          </p:cNvPr>
          <p:cNvSpPr/>
          <p:nvPr userDrawn="1"/>
        </p:nvSpPr>
        <p:spPr>
          <a:xfrm rot="10800000" flipV="1">
            <a:off x="-17151" y="-8748"/>
            <a:ext cx="12221873" cy="120261"/>
          </a:xfrm>
          <a:prstGeom prst="rect">
            <a:avLst/>
          </a:prstGeom>
          <a:gradFill>
            <a:gsLst>
              <a:gs pos="0">
                <a:srgbClr val="A3238E"/>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Tree>
    <p:extLst>
      <p:ext uri="{BB962C8B-B14F-4D97-AF65-F5344CB8AC3E}">
        <p14:creationId xmlns:p14="http://schemas.microsoft.com/office/powerpoint/2010/main" val="3032097402"/>
      </p:ext>
    </p:extLst>
  </p:cSld>
  <p:clrMap bg1="lt1" tx1="dk1" bg2="lt2" tx2="dk2" accent1="accent1" accent2="accent2" accent3="accent3" accent4="accent4" accent5="accent5" accent6="accent6" hlink="hlink" folHlink="folHlink"/>
  <p:sldLayoutIdLst>
    <p:sldLayoutId id="2147483649" r:id="rId1"/>
    <p:sldLayoutId id="2147483667" r:id="rId2"/>
    <p:sldLayoutId id="2147483650" r:id="rId3"/>
    <p:sldLayoutId id="2147483652" r:id="rId4"/>
    <p:sldLayoutId id="2147483654" r:id="rId5"/>
    <p:sldLayoutId id="2147483658" r:id="rId6"/>
    <p:sldLayoutId id="2147483664" r:id="rId7"/>
    <p:sldLayoutId id="2147483655" r:id="rId8"/>
    <p:sldLayoutId id="2147483657" r:id="rId9"/>
    <p:sldLayoutId id="2147483663" r:id="rId10"/>
    <p:sldLayoutId id="2147483668" r:id="rId11"/>
    <p:sldLayoutId id="2147483659" r:id="rId12"/>
    <p:sldLayoutId id="2147483662" r:id="rId13"/>
    <p:sldLayoutId id="2147483661" r:id="rId14"/>
    <p:sldLayoutId id="2147483660" r:id="rId15"/>
    <p:sldLayoutId id="2147483653" r:id="rId16"/>
    <p:sldLayoutId id="2147483656" r:id="rId17"/>
    <p:sldLayoutId id="2147483666" r:id="rId18"/>
    <p:sldLayoutId id="2147483669" r:id="rId19"/>
  </p:sldLayoutIdLst>
  <p:txStyles>
    <p:titleStyle>
      <a:lvl1pPr algn="l" defTabSz="914400" rtl="0" eaLnBrk="1" latinLnBrk="0" hangingPunct="1">
        <a:lnSpc>
          <a:spcPct val="90000"/>
        </a:lnSpc>
        <a:spcBef>
          <a:spcPct val="0"/>
        </a:spcBef>
        <a:buNone/>
        <a:defRPr sz="4000" b="1" kern="1200">
          <a:solidFill>
            <a:schemeClr val="accent1"/>
          </a:solidFill>
          <a:latin typeface="Tw Cen MT" panose="020B06020201040206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37B32-EA69-A165-50C0-9C0F8BF2864E}"/>
              </a:ext>
            </a:extLst>
          </p:cNvPr>
          <p:cNvSpPr>
            <a:spLocks noGrp="1"/>
          </p:cNvSpPr>
          <p:nvPr>
            <p:ph type="ctrTitle"/>
          </p:nvPr>
        </p:nvSpPr>
        <p:spPr/>
        <p:txBody>
          <a:bodyPr/>
          <a:lstStyle/>
          <a:p>
            <a:r>
              <a:rPr lang="en-US" dirty="0"/>
              <a:t>Agentic AI Bootcamp Roadmap</a:t>
            </a:r>
          </a:p>
        </p:txBody>
      </p:sp>
      <p:sp>
        <p:nvSpPr>
          <p:cNvPr id="3" name="Subtitle 2">
            <a:extLst>
              <a:ext uri="{FF2B5EF4-FFF2-40B4-BE49-F238E27FC236}">
                <a16:creationId xmlns:a16="http://schemas.microsoft.com/office/drawing/2014/main" id="{FABD0FE6-2E57-66D3-7661-2AE77DC1FC92}"/>
              </a:ext>
            </a:extLst>
          </p:cNvPr>
          <p:cNvSpPr>
            <a:spLocks noGrp="1"/>
          </p:cNvSpPr>
          <p:nvPr>
            <p:ph type="subTitle" idx="1"/>
          </p:nvPr>
        </p:nvSpPr>
        <p:spPr/>
        <p:txBody>
          <a:bodyPr/>
          <a:lstStyle/>
          <a:p>
            <a:r>
              <a:rPr lang="en-US" dirty="0" err="1">
                <a:solidFill>
                  <a:schemeClr val="accent5"/>
                </a:solidFill>
              </a:rPr>
              <a:t>AnitaB.Org</a:t>
            </a:r>
            <a:r>
              <a:rPr lang="en-US" dirty="0">
                <a:solidFill>
                  <a:schemeClr val="accent5"/>
                </a:solidFill>
              </a:rPr>
              <a:t> Mumbai Community Chapter</a:t>
            </a:r>
          </a:p>
        </p:txBody>
      </p:sp>
    </p:spTree>
    <p:extLst>
      <p:ext uri="{BB962C8B-B14F-4D97-AF65-F5344CB8AC3E}">
        <p14:creationId xmlns:p14="http://schemas.microsoft.com/office/powerpoint/2010/main" val="1357986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0">
            <a:extLst>
              <a:ext uri="{FF2B5EF4-FFF2-40B4-BE49-F238E27FC236}">
                <a16:creationId xmlns:a16="http://schemas.microsoft.com/office/drawing/2014/main" id="{4BF72585-E125-5B9A-7FFA-2022535042B9}"/>
              </a:ext>
            </a:extLst>
          </p:cNvPr>
          <p:cNvSpPr/>
          <p:nvPr/>
        </p:nvSpPr>
        <p:spPr>
          <a:xfrm>
            <a:off x="1335024" y="630936"/>
            <a:ext cx="9144000" cy="64008"/>
          </a:xfrm>
          <a:prstGeom prst="rect">
            <a:avLst/>
          </a:prstGeom>
          <a:solidFill>
            <a:srgbClr val="0A84FF"/>
          </a:solidFill>
          <a:ln w="12700">
            <a:solidFill>
              <a:srgbClr val="0A84FF"/>
            </a:solidFill>
            <a:prstDash val="solid"/>
          </a:ln>
        </p:spPr>
      </p:sp>
      <p:sp>
        <p:nvSpPr>
          <p:cNvPr id="21" name="Shape 1">
            <a:extLst>
              <a:ext uri="{FF2B5EF4-FFF2-40B4-BE49-F238E27FC236}">
                <a16:creationId xmlns:a16="http://schemas.microsoft.com/office/drawing/2014/main" id="{BDD1ECCA-D781-6B29-8E0C-66E21F14CDC8}"/>
              </a:ext>
            </a:extLst>
          </p:cNvPr>
          <p:cNvSpPr/>
          <p:nvPr/>
        </p:nvSpPr>
        <p:spPr>
          <a:xfrm>
            <a:off x="1335024" y="5710428"/>
            <a:ext cx="9144000" cy="64008"/>
          </a:xfrm>
          <a:prstGeom prst="rect">
            <a:avLst/>
          </a:prstGeom>
          <a:solidFill>
            <a:srgbClr val="7B61FF"/>
          </a:solidFill>
          <a:ln w="12700">
            <a:solidFill>
              <a:srgbClr val="7B61FF"/>
            </a:solidFill>
            <a:prstDash val="solid"/>
          </a:ln>
        </p:spPr>
      </p:sp>
      <p:sp>
        <p:nvSpPr>
          <p:cNvPr id="22" name="Text 2">
            <a:extLst>
              <a:ext uri="{FF2B5EF4-FFF2-40B4-BE49-F238E27FC236}">
                <a16:creationId xmlns:a16="http://schemas.microsoft.com/office/drawing/2014/main" id="{A9A43F30-85A5-8CE5-2154-0705F23128B1}"/>
              </a:ext>
            </a:extLst>
          </p:cNvPr>
          <p:cNvSpPr/>
          <p:nvPr/>
        </p:nvSpPr>
        <p:spPr>
          <a:xfrm>
            <a:off x="1792224" y="1636776"/>
            <a:ext cx="8229600" cy="914400"/>
          </a:xfrm>
          <a:prstGeom prst="rect">
            <a:avLst/>
          </a:prstGeom>
          <a:noFill/>
          <a:ln/>
        </p:spPr>
        <p:txBody>
          <a:bodyPr wrap="square" lIns="0" tIns="0" rIns="0" bIns="0" rtlCol="0" anchor="ctr"/>
          <a:lstStyle/>
          <a:p>
            <a:pPr marL="0" indent="0" algn="ctr">
              <a:buNone/>
            </a:pPr>
            <a:r>
              <a:rPr lang="en-US" sz="3600" b="1" kern="0" spc="200" dirty="0">
                <a:latin typeface="Arial Black" pitchFamily="34" charset="0"/>
                <a:ea typeface="Arial Black" pitchFamily="34" charset="-122"/>
                <a:cs typeface="Arial Black" pitchFamily="34" charset="-120"/>
              </a:rPr>
              <a:t>4-WEEK AI ARCHITECT INTENSIVE</a:t>
            </a:r>
            <a:endParaRPr lang="en-US" sz="3600" dirty="0"/>
          </a:p>
        </p:txBody>
      </p:sp>
      <p:sp>
        <p:nvSpPr>
          <p:cNvPr id="23" name="Text 3">
            <a:extLst>
              <a:ext uri="{FF2B5EF4-FFF2-40B4-BE49-F238E27FC236}">
                <a16:creationId xmlns:a16="http://schemas.microsoft.com/office/drawing/2014/main" id="{D1CBD56F-15EB-1CB9-D9B8-9731E53C0752}"/>
              </a:ext>
            </a:extLst>
          </p:cNvPr>
          <p:cNvSpPr/>
          <p:nvPr/>
        </p:nvSpPr>
        <p:spPr>
          <a:xfrm>
            <a:off x="1792224" y="2642616"/>
            <a:ext cx="8229600" cy="457200"/>
          </a:xfrm>
          <a:prstGeom prst="rect">
            <a:avLst/>
          </a:prstGeom>
          <a:noFill/>
          <a:ln/>
        </p:spPr>
        <p:txBody>
          <a:bodyPr wrap="square" lIns="0" tIns="0" rIns="0" bIns="0" rtlCol="0" anchor="ctr"/>
          <a:lstStyle/>
          <a:p>
            <a:pPr marL="0" indent="0" algn="ctr">
              <a:buNone/>
            </a:pPr>
            <a:r>
              <a:rPr lang="en-US" sz="2000" dirty="0">
                <a:solidFill>
                  <a:srgbClr val="00C6FF"/>
                </a:solidFill>
                <a:latin typeface="Calibri" pitchFamily="34" charset="0"/>
                <a:ea typeface="Calibri" pitchFamily="34" charset="-122"/>
                <a:cs typeface="Calibri" pitchFamily="34" charset="-120"/>
              </a:rPr>
              <a:t>From Chatbots to Autonomous Agents</a:t>
            </a:r>
            <a:endParaRPr lang="en-US" sz="2000" dirty="0"/>
          </a:p>
        </p:txBody>
      </p:sp>
      <p:sp>
        <p:nvSpPr>
          <p:cNvPr id="24" name="Shape 4">
            <a:extLst>
              <a:ext uri="{FF2B5EF4-FFF2-40B4-BE49-F238E27FC236}">
                <a16:creationId xmlns:a16="http://schemas.microsoft.com/office/drawing/2014/main" id="{62C7620C-280E-D5DA-C49E-242AA7266F4D}"/>
              </a:ext>
            </a:extLst>
          </p:cNvPr>
          <p:cNvSpPr/>
          <p:nvPr/>
        </p:nvSpPr>
        <p:spPr>
          <a:xfrm>
            <a:off x="1975104" y="3419856"/>
            <a:ext cx="1828800" cy="594360"/>
          </a:xfrm>
          <a:prstGeom prst="rect">
            <a:avLst/>
          </a:prstGeom>
          <a:solidFill>
            <a:schemeClr val="accent6"/>
          </a:solidFill>
          <a:ln w="19050">
            <a:solidFill>
              <a:srgbClr val="0A84FF"/>
            </a:solidFill>
            <a:prstDash val="solid"/>
          </a:ln>
        </p:spPr>
      </p:sp>
      <p:sp>
        <p:nvSpPr>
          <p:cNvPr id="25" name="Text 5">
            <a:extLst>
              <a:ext uri="{FF2B5EF4-FFF2-40B4-BE49-F238E27FC236}">
                <a16:creationId xmlns:a16="http://schemas.microsoft.com/office/drawing/2014/main" id="{A435980D-DE03-F7E9-5055-16B1A08E2BDA}"/>
              </a:ext>
            </a:extLst>
          </p:cNvPr>
          <p:cNvSpPr/>
          <p:nvPr/>
        </p:nvSpPr>
        <p:spPr>
          <a:xfrm>
            <a:off x="1975104" y="3419856"/>
            <a:ext cx="1828800" cy="594360"/>
          </a:xfrm>
          <a:prstGeom prst="rect">
            <a:avLst/>
          </a:prstGeom>
          <a:noFill/>
          <a:ln/>
        </p:spPr>
        <p:txBody>
          <a:bodyPr wrap="square" lIns="0" tIns="0" rIns="0" bIns="0" rtlCol="0" anchor="ctr"/>
          <a:lstStyle/>
          <a:p>
            <a:pPr marL="0" indent="0" algn="ctr">
              <a:buNone/>
            </a:pPr>
            <a:r>
              <a:rPr lang="en-US" sz="1200" b="1" dirty="0">
                <a:solidFill>
                  <a:srgbClr val="0A84FF"/>
                </a:solidFill>
                <a:latin typeface="Calibri" pitchFamily="34" charset="0"/>
                <a:ea typeface="Calibri" pitchFamily="34" charset="-122"/>
                <a:cs typeface="Calibri" pitchFamily="34" charset="-120"/>
              </a:rPr>
              <a:t>W1  </a:t>
            </a:r>
            <a:r>
              <a:rPr lang="en-US" sz="1400" b="1" dirty="0">
                <a:solidFill>
                  <a:srgbClr val="0A84FF"/>
                </a:solidFill>
                <a:latin typeface="Calibri" pitchFamily="34" charset="0"/>
                <a:ea typeface="Calibri" pitchFamily="34" charset="-122"/>
                <a:cs typeface="Calibri" pitchFamily="34" charset="-120"/>
              </a:rPr>
              <a:t>Agentic</a:t>
            </a:r>
            <a:r>
              <a:rPr lang="en-US" sz="1200" b="1" dirty="0">
                <a:solidFill>
                  <a:srgbClr val="0A84FF"/>
                </a:solidFill>
                <a:latin typeface="Calibri" pitchFamily="34" charset="0"/>
                <a:ea typeface="Calibri" pitchFamily="34" charset="-122"/>
                <a:cs typeface="Calibri" pitchFamily="34" charset="-120"/>
              </a:rPr>
              <a:t> Shift</a:t>
            </a:r>
            <a:endParaRPr lang="en-US" sz="1200" dirty="0"/>
          </a:p>
        </p:txBody>
      </p:sp>
      <p:sp>
        <p:nvSpPr>
          <p:cNvPr id="26" name="Shape 6">
            <a:extLst>
              <a:ext uri="{FF2B5EF4-FFF2-40B4-BE49-F238E27FC236}">
                <a16:creationId xmlns:a16="http://schemas.microsoft.com/office/drawing/2014/main" id="{060760EB-67A8-81C9-B23E-08337435095C}"/>
              </a:ext>
            </a:extLst>
          </p:cNvPr>
          <p:cNvSpPr/>
          <p:nvPr/>
        </p:nvSpPr>
        <p:spPr>
          <a:xfrm>
            <a:off x="3986784" y="3419856"/>
            <a:ext cx="1828800" cy="594360"/>
          </a:xfrm>
          <a:prstGeom prst="rect">
            <a:avLst/>
          </a:prstGeom>
          <a:solidFill>
            <a:schemeClr val="accent6"/>
          </a:solidFill>
          <a:ln w="19050">
            <a:solidFill>
              <a:srgbClr val="7B61FF"/>
            </a:solidFill>
            <a:prstDash val="solid"/>
          </a:ln>
        </p:spPr>
      </p:sp>
      <p:sp>
        <p:nvSpPr>
          <p:cNvPr id="27" name="Text 7">
            <a:extLst>
              <a:ext uri="{FF2B5EF4-FFF2-40B4-BE49-F238E27FC236}">
                <a16:creationId xmlns:a16="http://schemas.microsoft.com/office/drawing/2014/main" id="{E24E4D5A-F0C9-C5F5-DC18-B30630CC92E4}"/>
              </a:ext>
            </a:extLst>
          </p:cNvPr>
          <p:cNvSpPr/>
          <p:nvPr/>
        </p:nvSpPr>
        <p:spPr>
          <a:xfrm>
            <a:off x="3986784" y="3419856"/>
            <a:ext cx="1828800" cy="594360"/>
          </a:xfrm>
          <a:prstGeom prst="rect">
            <a:avLst/>
          </a:prstGeom>
          <a:noFill/>
          <a:ln/>
        </p:spPr>
        <p:txBody>
          <a:bodyPr wrap="square" lIns="0" tIns="0" rIns="0" bIns="0" rtlCol="0" anchor="ctr"/>
          <a:lstStyle/>
          <a:p>
            <a:pPr marL="0" indent="0" algn="ctr">
              <a:buNone/>
            </a:pPr>
            <a:r>
              <a:rPr lang="en-US" sz="1200" b="1" dirty="0">
                <a:solidFill>
                  <a:srgbClr val="7B61FF"/>
                </a:solidFill>
                <a:latin typeface="Calibri" pitchFamily="34" charset="0"/>
                <a:ea typeface="Calibri" pitchFamily="34" charset="-122"/>
                <a:cs typeface="Calibri" pitchFamily="34" charset="-120"/>
              </a:rPr>
              <a:t>W2  </a:t>
            </a:r>
            <a:r>
              <a:rPr lang="en-US" sz="1400" b="1" dirty="0">
                <a:solidFill>
                  <a:srgbClr val="7B61FF"/>
                </a:solidFill>
                <a:latin typeface="Calibri" pitchFamily="34" charset="0"/>
                <a:ea typeface="Calibri" pitchFamily="34" charset="-122"/>
                <a:cs typeface="Calibri" pitchFamily="34" charset="-120"/>
              </a:rPr>
              <a:t>Multi-Agent</a:t>
            </a:r>
            <a:endParaRPr lang="en-US" sz="1400" dirty="0"/>
          </a:p>
        </p:txBody>
      </p:sp>
      <p:sp>
        <p:nvSpPr>
          <p:cNvPr id="28" name="Shape 8">
            <a:extLst>
              <a:ext uri="{FF2B5EF4-FFF2-40B4-BE49-F238E27FC236}">
                <a16:creationId xmlns:a16="http://schemas.microsoft.com/office/drawing/2014/main" id="{6215C120-D217-3BB6-D94D-317D68CE0CCB}"/>
              </a:ext>
            </a:extLst>
          </p:cNvPr>
          <p:cNvSpPr/>
          <p:nvPr/>
        </p:nvSpPr>
        <p:spPr>
          <a:xfrm>
            <a:off x="5998464" y="3419856"/>
            <a:ext cx="1828800" cy="594360"/>
          </a:xfrm>
          <a:prstGeom prst="rect">
            <a:avLst/>
          </a:prstGeom>
          <a:solidFill>
            <a:schemeClr val="accent6"/>
          </a:solidFill>
          <a:ln w="19050">
            <a:solidFill>
              <a:srgbClr val="00C6FF"/>
            </a:solidFill>
            <a:prstDash val="solid"/>
          </a:ln>
        </p:spPr>
      </p:sp>
      <p:sp>
        <p:nvSpPr>
          <p:cNvPr id="29" name="Text 9">
            <a:extLst>
              <a:ext uri="{FF2B5EF4-FFF2-40B4-BE49-F238E27FC236}">
                <a16:creationId xmlns:a16="http://schemas.microsoft.com/office/drawing/2014/main" id="{EEC433CE-F2F0-8337-2CD1-8158C172A597}"/>
              </a:ext>
            </a:extLst>
          </p:cNvPr>
          <p:cNvSpPr/>
          <p:nvPr/>
        </p:nvSpPr>
        <p:spPr>
          <a:xfrm>
            <a:off x="5998464" y="3419856"/>
            <a:ext cx="1828800" cy="594360"/>
          </a:xfrm>
          <a:prstGeom prst="rect">
            <a:avLst/>
          </a:prstGeom>
          <a:noFill/>
          <a:ln/>
        </p:spPr>
        <p:txBody>
          <a:bodyPr wrap="square" lIns="0" tIns="0" rIns="0" bIns="0" rtlCol="0" anchor="ctr"/>
          <a:lstStyle/>
          <a:p>
            <a:pPr marL="0" indent="0" algn="ctr">
              <a:buNone/>
            </a:pPr>
            <a:r>
              <a:rPr lang="en-US" sz="1200" b="1" dirty="0">
                <a:solidFill>
                  <a:schemeClr val="accent1">
                    <a:lumMod val="60000"/>
                    <a:lumOff val="40000"/>
                  </a:schemeClr>
                </a:solidFill>
                <a:latin typeface="Calibri" pitchFamily="34" charset="0"/>
                <a:ea typeface="Calibri" pitchFamily="34" charset="-122"/>
                <a:cs typeface="Calibri" pitchFamily="34" charset="-120"/>
              </a:rPr>
              <a:t>W3  RAG &amp; Memory</a:t>
            </a:r>
            <a:endParaRPr lang="en-US" sz="1200" dirty="0">
              <a:solidFill>
                <a:schemeClr val="accent1">
                  <a:lumMod val="60000"/>
                  <a:lumOff val="40000"/>
                </a:schemeClr>
              </a:solidFill>
            </a:endParaRPr>
          </a:p>
        </p:txBody>
      </p:sp>
      <p:sp>
        <p:nvSpPr>
          <p:cNvPr id="30" name="Shape 10">
            <a:extLst>
              <a:ext uri="{FF2B5EF4-FFF2-40B4-BE49-F238E27FC236}">
                <a16:creationId xmlns:a16="http://schemas.microsoft.com/office/drawing/2014/main" id="{AFF17841-AA19-CC65-8B53-8601D49A288A}"/>
              </a:ext>
            </a:extLst>
          </p:cNvPr>
          <p:cNvSpPr/>
          <p:nvPr/>
        </p:nvSpPr>
        <p:spPr>
          <a:xfrm>
            <a:off x="8010144" y="3419856"/>
            <a:ext cx="1828800" cy="594360"/>
          </a:xfrm>
          <a:prstGeom prst="rect">
            <a:avLst/>
          </a:prstGeom>
          <a:solidFill>
            <a:schemeClr val="accent6"/>
          </a:solidFill>
          <a:ln w="19050">
            <a:solidFill>
              <a:srgbClr val="00D68F"/>
            </a:solidFill>
            <a:prstDash val="solid"/>
          </a:ln>
        </p:spPr>
      </p:sp>
      <p:sp>
        <p:nvSpPr>
          <p:cNvPr id="31" name="Text 11">
            <a:extLst>
              <a:ext uri="{FF2B5EF4-FFF2-40B4-BE49-F238E27FC236}">
                <a16:creationId xmlns:a16="http://schemas.microsoft.com/office/drawing/2014/main" id="{62ABE073-139C-8A38-38EC-74D347644AD7}"/>
              </a:ext>
            </a:extLst>
          </p:cNvPr>
          <p:cNvSpPr/>
          <p:nvPr/>
        </p:nvSpPr>
        <p:spPr>
          <a:xfrm>
            <a:off x="8010144" y="3419856"/>
            <a:ext cx="1828800" cy="594360"/>
          </a:xfrm>
          <a:prstGeom prst="rect">
            <a:avLst/>
          </a:prstGeom>
          <a:noFill/>
          <a:ln/>
        </p:spPr>
        <p:txBody>
          <a:bodyPr wrap="square" lIns="0" tIns="0" rIns="0" bIns="0" rtlCol="0" anchor="ctr"/>
          <a:lstStyle/>
          <a:p>
            <a:pPr marL="0" indent="0" algn="ctr">
              <a:buNone/>
            </a:pPr>
            <a:r>
              <a:rPr lang="en-US" sz="1400" b="1" dirty="0">
                <a:solidFill>
                  <a:schemeClr val="accent3">
                    <a:lumMod val="75000"/>
                  </a:schemeClr>
                </a:solidFill>
                <a:latin typeface="Calibri" pitchFamily="34" charset="0"/>
                <a:ea typeface="Calibri" pitchFamily="34" charset="-122"/>
                <a:cs typeface="Calibri" pitchFamily="34" charset="-120"/>
              </a:rPr>
              <a:t>W4  Eval &amp; Capstone</a:t>
            </a:r>
            <a:endParaRPr lang="en-US" sz="1400" dirty="0">
              <a:solidFill>
                <a:schemeClr val="accent3">
                  <a:lumMod val="75000"/>
                </a:schemeClr>
              </a:solidFill>
            </a:endParaRPr>
          </a:p>
        </p:txBody>
      </p:sp>
      <p:sp>
        <p:nvSpPr>
          <p:cNvPr id="32" name="Text 12">
            <a:extLst>
              <a:ext uri="{FF2B5EF4-FFF2-40B4-BE49-F238E27FC236}">
                <a16:creationId xmlns:a16="http://schemas.microsoft.com/office/drawing/2014/main" id="{F91EC161-E4D4-143E-B5B6-2F2F6A12D364}"/>
              </a:ext>
            </a:extLst>
          </p:cNvPr>
          <p:cNvSpPr/>
          <p:nvPr/>
        </p:nvSpPr>
        <p:spPr>
          <a:xfrm>
            <a:off x="1792224" y="4379976"/>
            <a:ext cx="8229600" cy="320040"/>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Prerequisite: Python · REST APIs · Embeddings   |   APIs: OpenAI · Anthropic · Tavily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6742009-7CE0-3FDC-6F5A-5726F1F563FB}"/>
              </a:ext>
            </a:extLst>
          </p:cNvPr>
          <p:cNvSpPr/>
          <p:nvPr/>
        </p:nvSpPr>
        <p:spPr>
          <a:xfrm>
            <a:off x="804672" y="704088"/>
            <a:ext cx="9144000" cy="64008"/>
          </a:xfrm>
          <a:prstGeom prst="rect">
            <a:avLst/>
          </a:prstGeom>
          <a:solidFill>
            <a:srgbClr val="0A84FF"/>
          </a:solidFill>
          <a:ln w="12700">
            <a:solidFill>
              <a:srgbClr val="0A84FF"/>
            </a:solidFill>
            <a:prstDash val="solid"/>
          </a:ln>
        </p:spPr>
      </p:sp>
      <p:sp>
        <p:nvSpPr>
          <p:cNvPr id="3" name="Text 1">
            <a:extLst>
              <a:ext uri="{FF2B5EF4-FFF2-40B4-BE49-F238E27FC236}">
                <a16:creationId xmlns:a16="http://schemas.microsoft.com/office/drawing/2014/main" id="{C16BBC46-D6CF-B78F-13F7-D5A2618E51DC}"/>
              </a:ext>
            </a:extLst>
          </p:cNvPr>
          <p:cNvSpPr/>
          <p:nvPr/>
        </p:nvSpPr>
        <p:spPr>
          <a:xfrm>
            <a:off x="1170432" y="886968"/>
            <a:ext cx="8229600" cy="502920"/>
          </a:xfrm>
          <a:prstGeom prst="rect">
            <a:avLst/>
          </a:prstGeom>
          <a:noFill/>
          <a:ln/>
        </p:spPr>
        <p:txBody>
          <a:bodyPr wrap="square" lIns="0" tIns="0" rIns="0" bIns="0" rtlCol="0" anchor="ctr"/>
          <a:lstStyle/>
          <a:p>
            <a:pPr marL="0" indent="0">
              <a:buNone/>
            </a:pPr>
            <a:r>
              <a:rPr lang="en-US" sz="2400" b="1" kern="0" spc="300" dirty="0">
                <a:latin typeface="Arial Black" pitchFamily="34" charset="0"/>
                <a:ea typeface="Arial Black" pitchFamily="34" charset="-122"/>
                <a:cs typeface="Arial Black" pitchFamily="34" charset="-120"/>
              </a:rPr>
              <a:t>WEEK-BY-WEEK ROADMAP</a:t>
            </a:r>
            <a:endParaRPr lang="en-US" sz="2400" dirty="0"/>
          </a:p>
        </p:txBody>
      </p:sp>
      <p:sp>
        <p:nvSpPr>
          <p:cNvPr id="4" name="Shape 2">
            <a:extLst>
              <a:ext uri="{FF2B5EF4-FFF2-40B4-BE49-F238E27FC236}">
                <a16:creationId xmlns:a16="http://schemas.microsoft.com/office/drawing/2014/main" id="{C6B79634-EF74-BA7A-C31D-B82D190F1374}"/>
              </a:ext>
            </a:extLst>
          </p:cNvPr>
          <p:cNvSpPr/>
          <p:nvPr/>
        </p:nvSpPr>
        <p:spPr>
          <a:xfrm>
            <a:off x="1078992" y="1572768"/>
            <a:ext cx="1371600" cy="841248"/>
          </a:xfrm>
          <a:prstGeom prst="rect">
            <a:avLst/>
          </a:prstGeom>
          <a:solidFill>
            <a:srgbClr val="0A84FF"/>
          </a:solidFill>
          <a:ln w="12700">
            <a:solidFill>
              <a:srgbClr val="0A84FF"/>
            </a:solidFill>
            <a:prstDash val="solid"/>
          </a:ln>
        </p:spPr>
      </p:sp>
      <p:sp>
        <p:nvSpPr>
          <p:cNvPr id="24" name="Text 3">
            <a:extLst>
              <a:ext uri="{FF2B5EF4-FFF2-40B4-BE49-F238E27FC236}">
                <a16:creationId xmlns:a16="http://schemas.microsoft.com/office/drawing/2014/main" id="{98ADC44E-E653-F327-12D4-07E76156B430}"/>
              </a:ext>
            </a:extLst>
          </p:cNvPr>
          <p:cNvSpPr/>
          <p:nvPr/>
        </p:nvSpPr>
        <p:spPr>
          <a:xfrm>
            <a:off x="1078992" y="1572768"/>
            <a:ext cx="1371600" cy="841248"/>
          </a:xfrm>
          <a:prstGeom prst="rect">
            <a:avLst/>
          </a:prstGeom>
          <a:noFill/>
          <a:ln/>
        </p:spPr>
        <p:txBody>
          <a:bodyPr wrap="square" lIns="0" tIns="0" rIns="0" bIns="0" rtlCol="0" anchor="ctr"/>
          <a:lstStyle/>
          <a:p>
            <a:pPr marL="0" indent="0" algn="ctr">
              <a:buNone/>
            </a:pPr>
            <a:r>
              <a:rPr lang="en-US" sz="1300" b="1" dirty="0">
                <a:solidFill>
                  <a:srgbClr val="0D1117"/>
                </a:solidFill>
                <a:latin typeface="Arial Black" pitchFamily="34" charset="0"/>
                <a:ea typeface="Arial Black" pitchFamily="34" charset="-122"/>
                <a:cs typeface="Arial Black" pitchFamily="34" charset="-120"/>
              </a:rPr>
              <a:t>WEEK 1</a:t>
            </a:r>
            <a:endParaRPr lang="en-US" sz="1300" dirty="0"/>
          </a:p>
        </p:txBody>
      </p:sp>
      <p:sp>
        <p:nvSpPr>
          <p:cNvPr id="25" name="Shape 4">
            <a:extLst>
              <a:ext uri="{FF2B5EF4-FFF2-40B4-BE49-F238E27FC236}">
                <a16:creationId xmlns:a16="http://schemas.microsoft.com/office/drawing/2014/main" id="{B887F219-AD4F-22E6-9CA0-9FD2354B6DEC}"/>
              </a:ext>
            </a:extLst>
          </p:cNvPr>
          <p:cNvSpPr/>
          <p:nvPr/>
        </p:nvSpPr>
        <p:spPr>
          <a:xfrm>
            <a:off x="2542032" y="1572768"/>
            <a:ext cx="7132320" cy="841248"/>
          </a:xfrm>
          <a:prstGeom prst="rect">
            <a:avLst/>
          </a:prstGeom>
          <a:solidFill>
            <a:schemeClr val="accent1">
              <a:lumMod val="60000"/>
              <a:lumOff val="40000"/>
            </a:schemeClr>
          </a:solidFill>
          <a:ln w="10160">
            <a:solidFill>
              <a:srgbClr val="0A84FF"/>
            </a:solidFill>
            <a:prstDash val="solid"/>
          </a:ln>
        </p:spPr>
        <p:txBody>
          <a:bodyPr/>
          <a:lstStyle/>
          <a:p>
            <a:endParaRPr lang="en-US" dirty="0"/>
          </a:p>
        </p:txBody>
      </p:sp>
      <p:sp>
        <p:nvSpPr>
          <p:cNvPr id="26" name="Text 5">
            <a:extLst>
              <a:ext uri="{FF2B5EF4-FFF2-40B4-BE49-F238E27FC236}">
                <a16:creationId xmlns:a16="http://schemas.microsoft.com/office/drawing/2014/main" id="{085B399F-FABF-8A4A-EB9D-3A2C260DEED2}"/>
              </a:ext>
            </a:extLst>
          </p:cNvPr>
          <p:cNvSpPr/>
          <p:nvPr/>
        </p:nvSpPr>
        <p:spPr>
          <a:xfrm>
            <a:off x="2679192" y="1609344"/>
            <a:ext cx="6858000" cy="301752"/>
          </a:xfrm>
          <a:prstGeom prst="rect">
            <a:avLst/>
          </a:prstGeom>
          <a:noFill/>
          <a:ln/>
        </p:spPr>
        <p:txBody>
          <a:bodyPr wrap="square" lIns="0" tIns="0" rIns="0" bIns="0" rtlCol="0" anchor="ctr"/>
          <a:lstStyle/>
          <a:p>
            <a:pPr marL="0" indent="0">
              <a:buNone/>
            </a:pPr>
            <a:r>
              <a:rPr lang="en-US" sz="1300" b="1" dirty="0">
                <a:latin typeface="Calibri" pitchFamily="34" charset="0"/>
                <a:ea typeface="Calibri" pitchFamily="34" charset="-122"/>
                <a:cs typeface="Calibri" pitchFamily="34" charset="-120"/>
              </a:rPr>
              <a:t>Agentic Shift &amp; Tool Use</a:t>
            </a:r>
            <a:endParaRPr lang="en-US" sz="1300" dirty="0"/>
          </a:p>
        </p:txBody>
      </p:sp>
      <p:sp>
        <p:nvSpPr>
          <p:cNvPr id="27" name="Text 6">
            <a:extLst>
              <a:ext uri="{FF2B5EF4-FFF2-40B4-BE49-F238E27FC236}">
                <a16:creationId xmlns:a16="http://schemas.microsoft.com/office/drawing/2014/main" id="{6112509B-BD47-45E2-E65B-055C1A557607}"/>
              </a:ext>
            </a:extLst>
          </p:cNvPr>
          <p:cNvSpPr/>
          <p:nvPr/>
        </p:nvSpPr>
        <p:spPr>
          <a:xfrm>
            <a:off x="2679192" y="1938528"/>
            <a:ext cx="6858000" cy="420624"/>
          </a:xfrm>
          <a:prstGeom prst="rect">
            <a:avLst/>
          </a:prstGeom>
          <a:noFill/>
          <a:ln/>
        </p:spPr>
        <p:txBody>
          <a:bodyPr wrap="square" lIns="0" tIns="0" rIns="0" bIns="0" rtlCol="0" anchor="ctr"/>
          <a:lstStyle/>
          <a:p>
            <a:pPr marL="0" indent="0">
              <a:buNone/>
            </a:pPr>
            <a:r>
              <a:rPr lang="en-US" sz="1100" dirty="0">
                <a:solidFill>
                  <a:srgbClr val="C9D1D9"/>
                </a:solidFill>
                <a:latin typeface="Calibri" pitchFamily="34" charset="0"/>
                <a:ea typeface="Calibri" pitchFamily="34" charset="-122"/>
                <a:cs typeface="Calibri" pitchFamily="34" charset="-120"/>
              </a:rPr>
              <a:t>ReAct pattern, LLM tool-calling, MCP. Lab: Research Assistant that searches, scrapes &amp; saves autonomously.</a:t>
            </a:r>
            <a:endParaRPr lang="en-US" sz="1100" dirty="0"/>
          </a:p>
        </p:txBody>
      </p:sp>
      <p:sp>
        <p:nvSpPr>
          <p:cNvPr id="28" name="Shape 7">
            <a:extLst>
              <a:ext uri="{FF2B5EF4-FFF2-40B4-BE49-F238E27FC236}">
                <a16:creationId xmlns:a16="http://schemas.microsoft.com/office/drawing/2014/main" id="{9DA49918-694C-2210-5BBD-035D3A0FC6C2}"/>
              </a:ext>
            </a:extLst>
          </p:cNvPr>
          <p:cNvSpPr/>
          <p:nvPr/>
        </p:nvSpPr>
        <p:spPr>
          <a:xfrm>
            <a:off x="1078992" y="2578608"/>
            <a:ext cx="1371600" cy="841248"/>
          </a:xfrm>
          <a:prstGeom prst="rect">
            <a:avLst/>
          </a:prstGeom>
          <a:solidFill>
            <a:srgbClr val="7B61FF"/>
          </a:solidFill>
          <a:ln w="12700">
            <a:solidFill>
              <a:srgbClr val="7B61FF"/>
            </a:solidFill>
            <a:prstDash val="solid"/>
          </a:ln>
        </p:spPr>
      </p:sp>
      <p:sp>
        <p:nvSpPr>
          <p:cNvPr id="29" name="Text 8">
            <a:extLst>
              <a:ext uri="{FF2B5EF4-FFF2-40B4-BE49-F238E27FC236}">
                <a16:creationId xmlns:a16="http://schemas.microsoft.com/office/drawing/2014/main" id="{44DDBCC6-E857-A3C2-442A-ADE72B0317A1}"/>
              </a:ext>
            </a:extLst>
          </p:cNvPr>
          <p:cNvSpPr/>
          <p:nvPr/>
        </p:nvSpPr>
        <p:spPr>
          <a:xfrm>
            <a:off x="1078992" y="2578608"/>
            <a:ext cx="1371600" cy="841248"/>
          </a:xfrm>
          <a:prstGeom prst="rect">
            <a:avLst/>
          </a:prstGeom>
          <a:noFill/>
          <a:ln/>
        </p:spPr>
        <p:txBody>
          <a:bodyPr wrap="square" lIns="0" tIns="0" rIns="0" bIns="0" rtlCol="0" anchor="ctr"/>
          <a:lstStyle/>
          <a:p>
            <a:pPr marL="0" indent="0" algn="ctr">
              <a:buNone/>
            </a:pPr>
            <a:r>
              <a:rPr lang="en-US" sz="1300" b="1" dirty="0">
                <a:solidFill>
                  <a:srgbClr val="0D1117"/>
                </a:solidFill>
                <a:latin typeface="Arial Black" pitchFamily="34" charset="0"/>
                <a:ea typeface="Arial Black" pitchFamily="34" charset="-122"/>
                <a:cs typeface="Arial Black" pitchFamily="34" charset="-120"/>
              </a:rPr>
              <a:t>WEEK 2</a:t>
            </a:r>
            <a:endParaRPr lang="en-US" sz="1300" dirty="0"/>
          </a:p>
        </p:txBody>
      </p:sp>
      <p:sp>
        <p:nvSpPr>
          <p:cNvPr id="30" name="Shape 9">
            <a:extLst>
              <a:ext uri="{FF2B5EF4-FFF2-40B4-BE49-F238E27FC236}">
                <a16:creationId xmlns:a16="http://schemas.microsoft.com/office/drawing/2014/main" id="{16C4DA5D-BB85-0F16-A6E1-BA74F877C04C}"/>
              </a:ext>
            </a:extLst>
          </p:cNvPr>
          <p:cNvSpPr/>
          <p:nvPr/>
        </p:nvSpPr>
        <p:spPr>
          <a:xfrm>
            <a:off x="2542032" y="2578608"/>
            <a:ext cx="7132320" cy="841248"/>
          </a:xfrm>
          <a:prstGeom prst="rect">
            <a:avLst/>
          </a:prstGeom>
          <a:solidFill>
            <a:schemeClr val="accent4">
              <a:lumMod val="75000"/>
            </a:schemeClr>
          </a:solidFill>
          <a:ln w="10160">
            <a:solidFill>
              <a:srgbClr val="7B61FF"/>
            </a:solidFill>
            <a:prstDash val="solid"/>
          </a:ln>
        </p:spPr>
      </p:sp>
      <p:sp>
        <p:nvSpPr>
          <p:cNvPr id="31" name="Text 10">
            <a:extLst>
              <a:ext uri="{FF2B5EF4-FFF2-40B4-BE49-F238E27FC236}">
                <a16:creationId xmlns:a16="http://schemas.microsoft.com/office/drawing/2014/main" id="{6E8E3CFF-C0C8-73F6-BB4A-88C5B0F8BB8C}"/>
              </a:ext>
            </a:extLst>
          </p:cNvPr>
          <p:cNvSpPr/>
          <p:nvPr/>
        </p:nvSpPr>
        <p:spPr>
          <a:xfrm>
            <a:off x="2679192" y="2615184"/>
            <a:ext cx="6858000" cy="301752"/>
          </a:xfrm>
          <a:prstGeom prst="rect">
            <a:avLst/>
          </a:prstGeom>
          <a:noFill/>
          <a:ln/>
        </p:spPr>
        <p:txBody>
          <a:bodyPr wrap="square" lIns="0" tIns="0" rIns="0" bIns="0" rtlCol="0" anchor="ctr"/>
          <a:lstStyle/>
          <a:p>
            <a:pPr marL="0" indent="0">
              <a:buNone/>
            </a:pPr>
            <a:r>
              <a:rPr lang="en-US" sz="1300" b="1" dirty="0">
                <a:solidFill>
                  <a:srgbClr val="7B61FF"/>
                </a:solidFill>
                <a:latin typeface="Calibri" pitchFamily="34" charset="0"/>
                <a:ea typeface="Calibri" pitchFamily="34" charset="-122"/>
                <a:cs typeface="Calibri" pitchFamily="34" charset="-120"/>
              </a:rPr>
              <a:t>Multi-Agent Orchestration</a:t>
            </a:r>
            <a:endParaRPr lang="en-US" sz="1300" dirty="0"/>
          </a:p>
        </p:txBody>
      </p:sp>
      <p:sp>
        <p:nvSpPr>
          <p:cNvPr id="32" name="Text 11">
            <a:extLst>
              <a:ext uri="{FF2B5EF4-FFF2-40B4-BE49-F238E27FC236}">
                <a16:creationId xmlns:a16="http://schemas.microsoft.com/office/drawing/2014/main" id="{03285028-A846-9550-C197-25EADD9AE564}"/>
              </a:ext>
            </a:extLst>
          </p:cNvPr>
          <p:cNvSpPr/>
          <p:nvPr/>
        </p:nvSpPr>
        <p:spPr>
          <a:xfrm>
            <a:off x="2679192" y="2944368"/>
            <a:ext cx="6858000" cy="420624"/>
          </a:xfrm>
          <a:prstGeom prst="rect">
            <a:avLst/>
          </a:prstGeom>
          <a:noFill/>
          <a:ln/>
        </p:spPr>
        <p:txBody>
          <a:bodyPr wrap="square" lIns="0" tIns="0" rIns="0" bIns="0" rtlCol="0" anchor="ctr"/>
          <a:lstStyle/>
          <a:p>
            <a:pPr marL="0" indent="0">
              <a:buNone/>
            </a:pPr>
            <a:r>
              <a:rPr lang="en-US" sz="1100" dirty="0">
                <a:solidFill>
                  <a:srgbClr val="C9D1D9"/>
                </a:solidFill>
                <a:latin typeface="Calibri" pitchFamily="34" charset="0"/>
                <a:ea typeface="Calibri" pitchFamily="34" charset="-122"/>
                <a:cs typeface="Calibri" pitchFamily="34" charset="-120"/>
              </a:rPr>
              <a:t>Hierarchical vs Collab architectures, state handoffs. Lab: 3-agent Content Newsroom — Editor → Researcher → Writer.</a:t>
            </a:r>
            <a:endParaRPr lang="en-US" sz="1100" dirty="0"/>
          </a:p>
        </p:txBody>
      </p:sp>
      <p:sp>
        <p:nvSpPr>
          <p:cNvPr id="33" name="Shape 12">
            <a:extLst>
              <a:ext uri="{FF2B5EF4-FFF2-40B4-BE49-F238E27FC236}">
                <a16:creationId xmlns:a16="http://schemas.microsoft.com/office/drawing/2014/main" id="{D6FB7E21-B745-3DB6-7357-A2F037208710}"/>
              </a:ext>
            </a:extLst>
          </p:cNvPr>
          <p:cNvSpPr/>
          <p:nvPr/>
        </p:nvSpPr>
        <p:spPr>
          <a:xfrm>
            <a:off x="1078992" y="3584448"/>
            <a:ext cx="1371600" cy="841248"/>
          </a:xfrm>
          <a:prstGeom prst="rect">
            <a:avLst/>
          </a:prstGeom>
          <a:solidFill>
            <a:srgbClr val="00C6FF"/>
          </a:solidFill>
          <a:ln w="12700">
            <a:solidFill>
              <a:srgbClr val="00C6FF"/>
            </a:solidFill>
            <a:prstDash val="solid"/>
          </a:ln>
        </p:spPr>
      </p:sp>
      <p:sp>
        <p:nvSpPr>
          <p:cNvPr id="34" name="Text 13">
            <a:extLst>
              <a:ext uri="{FF2B5EF4-FFF2-40B4-BE49-F238E27FC236}">
                <a16:creationId xmlns:a16="http://schemas.microsoft.com/office/drawing/2014/main" id="{0F78498A-1522-0CAD-27DE-8A699ACEC8A7}"/>
              </a:ext>
            </a:extLst>
          </p:cNvPr>
          <p:cNvSpPr/>
          <p:nvPr/>
        </p:nvSpPr>
        <p:spPr>
          <a:xfrm>
            <a:off x="1078992" y="3584448"/>
            <a:ext cx="1371600" cy="841248"/>
          </a:xfrm>
          <a:prstGeom prst="rect">
            <a:avLst/>
          </a:prstGeom>
          <a:noFill/>
          <a:ln/>
        </p:spPr>
        <p:txBody>
          <a:bodyPr wrap="square" lIns="0" tIns="0" rIns="0" bIns="0" rtlCol="0" anchor="ctr"/>
          <a:lstStyle/>
          <a:p>
            <a:pPr marL="0" indent="0" algn="ctr">
              <a:buNone/>
            </a:pPr>
            <a:r>
              <a:rPr lang="en-US" sz="1300" b="1" dirty="0">
                <a:solidFill>
                  <a:srgbClr val="0D1117"/>
                </a:solidFill>
                <a:latin typeface="Arial Black" pitchFamily="34" charset="0"/>
                <a:ea typeface="Arial Black" pitchFamily="34" charset="-122"/>
                <a:cs typeface="Arial Black" pitchFamily="34" charset="-120"/>
              </a:rPr>
              <a:t>WEEK 3</a:t>
            </a:r>
            <a:endParaRPr lang="en-US" sz="1300" dirty="0"/>
          </a:p>
        </p:txBody>
      </p:sp>
      <p:sp>
        <p:nvSpPr>
          <p:cNvPr id="35" name="Shape 14">
            <a:extLst>
              <a:ext uri="{FF2B5EF4-FFF2-40B4-BE49-F238E27FC236}">
                <a16:creationId xmlns:a16="http://schemas.microsoft.com/office/drawing/2014/main" id="{1A9BAE15-CF97-8A1B-D10F-179147D2D771}"/>
              </a:ext>
            </a:extLst>
          </p:cNvPr>
          <p:cNvSpPr/>
          <p:nvPr/>
        </p:nvSpPr>
        <p:spPr>
          <a:xfrm>
            <a:off x="2542032" y="3584448"/>
            <a:ext cx="7132320" cy="841248"/>
          </a:xfrm>
          <a:prstGeom prst="rect">
            <a:avLst/>
          </a:prstGeom>
          <a:solidFill>
            <a:srgbClr val="161B22"/>
          </a:solidFill>
          <a:ln w="10160">
            <a:solidFill>
              <a:srgbClr val="00C6FF"/>
            </a:solidFill>
            <a:prstDash val="solid"/>
          </a:ln>
        </p:spPr>
      </p:sp>
      <p:sp>
        <p:nvSpPr>
          <p:cNvPr id="36" name="Text 15">
            <a:extLst>
              <a:ext uri="{FF2B5EF4-FFF2-40B4-BE49-F238E27FC236}">
                <a16:creationId xmlns:a16="http://schemas.microsoft.com/office/drawing/2014/main" id="{763BDEFB-8885-DF63-2A66-9BFD157409D0}"/>
              </a:ext>
            </a:extLst>
          </p:cNvPr>
          <p:cNvSpPr/>
          <p:nvPr/>
        </p:nvSpPr>
        <p:spPr>
          <a:xfrm>
            <a:off x="2679192" y="3621024"/>
            <a:ext cx="6858000" cy="301752"/>
          </a:xfrm>
          <a:prstGeom prst="rect">
            <a:avLst/>
          </a:prstGeom>
          <a:noFill/>
          <a:ln/>
        </p:spPr>
        <p:txBody>
          <a:bodyPr wrap="square" lIns="0" tIns="0" rIns="0" bIns="0" rtlCol="0" anchor="ctr"/>
          <a:lstStyle/>
          <a:p>
            <a:pPr marL="0" indent="0">
              <a:buNone/>
            </a:pPr>
            <a:r>
              <a:rPr lang="en-US" sz="1300" b="1" dirty="0">
                <a:solidFill>
                  <a:srgbClr val="00C6FF"/>
                </a:solidFill>
                <a:latin typeface="Calibri" pitchFamily="34" charset="0"/>
                <a:ea typeface="Calibri" pitchFamily="34" charset="-122"/>
                <a:cs typeface="Calibri" pitchFamily="34" charset="-120"/>
              </a:rPr>
              <a:t>Advanced RAG &amp; Memory</a:t>
            </a:r>
            <a:endParaRPr lang="en-US" sz="1300" dirty="0"/>
          </a:p>
        </p:txBody>
      </p:sp>
      <p:sp>
        <p:nvSpPr>
          <p:cNvPr id="37" name="Text 16">
            <a:extLst>
              <a:ext uri="{FF2B5EF4-FFF2-40B4-BE49-F238E27FC236}">
                <a16:creationId xmlns:a16="http://schemas.microsoft.com/office/drawing/2014/main" id="{84FD5A1F-7519-E800-11D8-6168ACFFE1DD}"/>
              </a:ext>
            </a:extLst>
          </p:cNvPr>
          <p:cNvSpPr/>
          <p:nvPr/>
        </p:nvSpPr>
        <p:spPr>
          <a:xfrm>
            <a:off x="2679192" y="3950208"/>
            <a:ext cx="6858000" cy="420624"/>
          </a:xfrm>
          <a:prstGeom prst="rect">
            <a:avLst/>
          </a:prstGeom>
          <a:noFill/>
          <a:ln/>
        </p:spPr>
        <p:txBody>
          <a:bodyPr wrap="square" lIns="0" tIns="0" rIns="0" bIns="0" rtlCol="0" anchor="ctr"/>
          <a:lstStyle/>
          <a:p>
            <a:pPr marL="0" indent="0">
              <a:buNone/>
            </a:pPr>
            <a:r>
              <a:rPr lang="en-US" sz="1100" dirty="0">
                <a:solidFill>
                  <a:srgbClr val="C9D1D9"/>
                </a:solidFill>
                <a:latin typeface="Calibri" pitchFamily="34" charset="0"/>
                <a:ea typeface="Calibri" pitchFamily="34" charset="-122"/>
                <a:cs typeface="Calibri" pitchFamily="34" charset="-120"/>
              </a:rPr>
              <a:t>GraphRAG (Neo4j), Semantic Caching, Checkpointing. Lab: Hybrid Graph+Vector RAG over corporate knowledge base.</a:t>
            </a:r>
            <a:endParaRPr lang="en-US" sz="1100" dirty="0"/>
          </a:p>
        </p:txBody>
      </p:sp>
      <p:sp>
        <p:nvSpPr>
          <p:cNvPr id="38" name="Shape 17">
            <a:extLst>
              <a:ext uri="{FF2B5EF4-FFF2-40B4-BE49-F238E27FC236}">
                <a16:creationId xmlns:a16="http://schemas.microsoft.com/office/drawing/2014/main" id="{21EEAEC0-3621-38AE-E5EE-D82D9E8A1372}"/>
              </a:ext>
            </a:extLst>
          </p:cNvPr>
          <p:cNvSpPr/>
          <p:nvPr/>
        </p:nvSpPr>
        <p:spPr>
          <a:xfrm>
            <a:off x="1078992" y="4590288"/>
            <a:ext cx="1371600" cy="841248"/>
          </a:xfrm>
          <a:prstGeom prst="rect">
            <a:avLst/>
          </a:prstGeom>
          <a:solidFill>
            <a:srgbClr val="00D68F"/>
          </a:solidFill>
          <a:ln w="12700">
            <a:solidFill>
              <a:srgbClr val="00D68F"/>
            </a:solidFill>
            <a:prstDash val="solid"/>
          </a:ln>
        </p:spPr>
      </p:sp>
      <p:sp>
        <p:nvSpPr>
          <p:cNvPr id="39" name="Text 18">
            <a:extLst>
              <a:ext uri="{FF2B5EF4-FFF2-40B4-BE49-F238E27FC236}">
                <a16:creationId xmlns:a16="http://schemas.microsoft.com/office/drawing/2014/main" id="{D00D4EA1-3A18-9EA4-2E47-EA92149327FB}"/>
              </a:ext>
            </a:extLst>
          </p:cNvPr>
          <p:cNvSpPr/>
          <p:nvPr/>
        </p:nvSpPr>
        <p:spPr>
          <a:xfrm>
            <a:off x="1078992" y="4590288"/>
            <a:ext cx="1371600" cy="841248"/>
          </a:xfrm>
          <a:prstGeom prst="rect">
            <a:avLst/>
          </a:prstGeom>
          <a:noFill/>
          <a:ln/>
        </p:spPr>
        <p:txBody>
          <a:bodyPr wrap="square" lIns="0" tIns="0" rIns="0" bIns="0" rtlCol="0" anchor="ctr"/>
          <a:lstStyle/>
          <a:p>
            <a:pPr marL="0" indent="0" algn="ctr">
              <a:buNone/>
            </a:pPr>
            <a:r>
              <a:rPr lang="en-US" sz="1300" b="1" dirty="0">
                <a:solidFill>
                  <a:srgbClr val="0D1117"/>
                </a:solidFill>
                <a:latin typeface="Arial Black" pitchFamily="34" charset="0"/>
                <a:ea typeface="Arial Black" pitchFamily="34" charset="-122"/>
                <a:cs typeface="Arial Black" pitchFamily="34" charset="-120"/>
              </a:rPr>
              <a:t>WEEK 4</a:t>
            </a:r>
            <a:endParaRPr lang="en-US" sz="1300" dirty="0"/>
          </a:p>
        </p:txBody>
      </p:sp>
      <p:sp>
        <p:nvSpPr>
          <p:cNvPr id="40" name="Shape 19">
            <a:extLst>
              <a:ext uri="{FF2B5EF4-FFF2-40B4-BE49-F238E27FC236}">
                <a16:creationId xmlns:a16="http://schemas.microsoft.com/office/drawing/2014/main" id="{EF11EE87-E086-1F68-7074-1D5D8A899774}"/>
              </a:ext>
            </a:extLst>
          </p:cNvPr>
          <p:cNvSpPr/>
          <p:nvPr/>
        </p:nvSpPr>
        <p:spPr>
          <a:xfrm>
            <a:off x="2542032" y="4590288"/>
            <a:ext cx="7132320" cy="841248"/>
          </a:xfrm>
          <a:prstGeom prst="rect">
            <a:avLst/>
          </a:prstGeom>
          <a:solidFill>
            <a:schemeClr val="accent5">
              <a:lumMod val="75000"/>
            </a:schemeClr>
          </a:solidFill>
          <a:ln w="10160">
            <a:solidFill>
              <a:srgbClr val="00D68F"/>
            </a:solidFill>
            <a:prstDash val="solid"/>
          </a:ln>
        </p:spPr>
      </p:sp>
      <p:sp>
        <p:nvSpPr>
          <p:cNvPr id="41" name="Text 20">
            <a:extLst>
              <a:ext uri="{FF2B5EF4-FFF2-40B4-BE49-F238E27FC236}">
                <a16:creationId xmlns:a16="http://schemas.microsoft.com/office/drawing/2014/main" id="{259D2B36-8BAB-28F7-2757-EC1B565E5AA1}"/>
              </a:ext>
            </a:extLst>
          </p:cNvPr>
          <p:cNvSpPr/>
          <p:nvPr/>
        </p:nvSpPr>
        <p:spPr>
          <a:xfrm>
            <a:off x="2679192" y="4626864"/>
            <a:ext cx="6858000" cy="301752"/>
          </a:xfrm>
          <a:prstGeom prst="rect">
            <a:avLst/>
          </a:prstGeom>
          <a:noFill/>
          <a:ln/>
        </p:spPr>
        <p:txBody>
          <a:bodyPr wrap="square" lIns="0" tIns="0" rIns="0" bIns="0" rtlCol="0" anchor="ctr"/>
          <a:lstStyle/>
          <a:p>
            <a:pPr marL="0" indent="0">
              <a:buNone/>
            </a:pPr>
            <a:r>
              <a:rPr lang="en-US" sz="1300" b="1" dirty="0">
                <a:solidFill>
                  <a:srgbClr val="00D68F"/>
                </a:solidFill>
                <a:latin typeface="Calibri" pitchFamily="34" charset="0"/>
                <a:ea typeface="Calibri" pitchFamily="34" charset="-122"/>
                <a:cs typeface="Calibri" pitchFamily="34" charset="-120"/>
              </a:rPr>
              <a:t>Reliability, Eval &amp; Capstone</a:t>
            </a:r>
            <a:endParaRPr lang="en-US" sz="1300" dirty="0"/>
          </a:p>
        </p:txBody>
      </p:sp>
      <p:sp>
        <p:nvSpPr>
          <p:cNvPr id="42" name="Text 21">
            <a:extLst>
              <a:ext uri="{FF2B5EF4-FFF2-40B4-BE49-F238E27FC236}">
                <a16:creationId xmlns:a16="http://schemas.microsoft.com/office/drawing/2014/main" id="{ACEFB911-6549-41E2-1828-C377BA86CA97}"/>
              </a:ext>
            </a:extLst>
          </p:cNvPr>
          <p:cNvSpPr/>
          <p:nvPr/>
        </p:nvSpPr>
        <p:spPr>
          <a:xfrm>
            <a:off x="2679192" y="4956048"/>
            <a:ext cx="6858000" cy="420624"/>
          </a:xfrm>
          <a:prstGeom prst="rect">
            <a:avLst/>
          </a:prstGeom>
          <a:noFill/>
          <a:ln/>
        </p:spPr>
        <p:txBody>
          <a:bodyPr wrap="square" lIns="0" tIns="0" rIns="0" bIns="0" rtlCol="0" anchor="ctr"/>
          <a:lstStyle/>
          <a:p>
            <a:pPr marL="0" indent="0">
              <a:buNone/>
            </a:pPr>
            <a:r>
              <a:rPr lang="en-US" sz="1100" dirty="0">
                <a:solidFill>
                  <a:srgbClr val="C9D1D9"/>
                </a:solidFill>
                <a:latin typeface="Calibri" pitchFamily="34" charset="0"/>
                <a:ea typeface="Calibri" pitchFamily="34" charset="-122"/>
                <a:cs typeface="Calibri" pitchFamily="34" charset="-120"/>
              </a:rPr>
              <a:t>LLM-as-a-Judge, tracing, AI unit tests. Capstone: Self-Healing Code Reviewer — Webhook → analyze → fix → test → loop.</a:t>
            </a:r>
            <a:endParaRPr lang="en-US" sz="1100" dirty="0"/>
          </a:p>
        </p:txBody>
      </p:sp>
    </p:spTree>
    <p:extLst>
      <p:ext uri="{BB962C8B-B14F-4D97-AF65-F5344CB8AC3E}">
        <p14:creationId xmlns:p14="http://schemas.microsoft.com/office/powerpoint/2010/main" val="2399769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5016E80-548D-CBCF-3F65-D9884F25D238}"/>
              </a:ext>
            </a:extLst>
          </p:cNvPr>
          <p:cNvSpPr/>
          <p:nvPr/>
        </p:nvSpPr>
        <p:spPr>
          <a:xfrm>
            <a:off x="594360" y="740664"/>
            <a:ext cx="9144000" cy="64008"/>
          </a:xfrm>
          <a:prstGeom prst="rect">
            <a:avLst/>
          </a:prstGeom>
          <a:solidFill>
            <a:srgbClr val="0A84FF"/>
          </a:solidFill>
          <a:ln w="12700">
            <a:solidFill>
              <a:srgbClr val="0A84FF"/>
            </a:solidFill>
            <a:prstDash val="solid"/>
          </a:ln>
        </p:spPr>
      </p:sp>
      <p:sp>
        <p:nvSpPr>
          <p:cNvPr id="3" name="Shape 1">
            <a:extLst>
              <a:ext uri="{FF2B5EF4-FFF2-40B4-BE49-F238E27FC236}">
                <a16:creationId xmlns:a16="http://schemas.microsoft.com/office/drawing/2014/main" id="{BCB5943E-4023-EDCF-E1CC-D70012AD3E80}"/>
              </a:ext>
            </a:extLst>
          </p:cNvPr>
          <p:cNvSpPr/>
          <p:nvPr/>
        </p:nvSpPr>
        <p:spPr>
          <a:xfrm>
            <a:off x="594360" y="804672"/>
            <a:ext cx="54864" cy="5079492"/>
          </a:xfrm>
          <a:prstGeom prst="rect">
            <a:avLst/>
          </a:prstGeom>
          <a:solidFill>
            <a:srgbClr val="0A84FF"/>
          </a:solidFill>
          <a:ln w="12700">
            <a:solidFill>
              <a:srgbClr val="0A84FF"/>
            </a:solidFill>
            <a:prstDash val="solid"/>
          </a:ln>
        </p:spPr>
      </p:sp>
      <p:sp>
        <p:nvSpPr>
          <p:cNvPr id="4" name="Shape 2">
            <a:extLst>
              <a:ext uri="{FF2B5EF4-FFF2-40B4-BE49-F238E27FC236}">
                <a16:creationId xmlns:a16="http://schemas.microsoft.com/office/drawing/2014/main" id="{2D0B4603-1CEB-9F9F-7B41-4CCFC3A94CF1}"/>
              </a:ext>
            </a:extLst>
          </p:cNvPr>
          <p:cNvSpPr/>
          <p:nvPr/>
        </p:nvSpPr>
        <p:spPr>
          <a:xfrm>
            <a:off x="822960" y="905256"/>
            <a:ext cx="1097280" cy="475488"/>
          </a:xfrm>
          <a:prstGeom prst="rect">
            <a:avLst/>
          </a:prstGeom>
          <a:solidFill>
            <a:srgbClr val="0A84FF"/>
          </a:solidFill>
          <a:ln w="12700">
            <a:solidFill>
              <a:srgbClr val="0A84FF"/>
            </a:solidFill>
            <a:prstDash val="solid"/>
          </a:ln>
        </p:spPr>
      </p:sp>
      <p:sp>
        <p:nvSpPr>
          <p:cNvPr id="5" name="Text 3">
            <a:extLst>
              <a:ext uri="{FF2B5EF4-FFF2-40B4-BE49-F238E27FC236}">
                <a16:creationId xmlns:a16="http://schemas.microsoft.com/office/drawing/2014/main" id="{8C0D50FA-EE6B-D526-93CC-3364CB6F9B00}"/>
              </a:ext>
            </a:extLst>
          </p:cNvPr>
          <p:cNvSpPr/>
          <p:nvPr/>
        </p:nvSpPr>
        <p:spPr>
          <a:xfrm>
            <a:off x="822960" y="905256"/>
            <a:ext cx="1097280" cy="475488"/>
          </a:xfrm>
          <a:prstGeom prst="rect">
            <a:avLst/>
          </a:prstGeom>
          <a:noFill/>
          <a:ln/>
        </p:spPr>
        <p:txBody>
          <a:bodyPr wrap="square" lIns="0" tIns="0" rIns="0" bIns="0" rtlCol="0" anchor="ctr"/>
          <a:lstStyle/>
          <a:p>
            <a:pPr marL="0" indent="0" algn="ctr">
              <a:buNone/>
            </a:pPr>
            <a:r>
              <a:rPr lang="en-US" sz="1200" b="1" dirty="0">
                <a:solidFill>
                  <a:srgbClr val="0D1117"/>
                </a:solidFill>
                <a:latin typeface="Arial Black" pitchFamily="34" charset="0"/>
                <a:ea typeface="Arial Black" pitchFamily="34" charset="-122"/>
                <a:cs typeface="Arial Black" pitchFamily="34" charset="-120"/>
              </a:rPr>
              <a:t>WEEK 1</a:t>
            </a:r>
            <a:endParaRPr lang="en-US" sz="1200" dirty="0"/>
          </a:p>
        </p:txBody>
      </p:sp>
      <p:sp>
        <p:nvSpPr>
          <p:cNvPr id="38" name="Text 4">
            <a:extLst>
              <a:ext uri="{FF2B5EF4-FFF2-40B4-BE49-F238E27FC236}">
                <a16:creationId xmlns:a16="http://schemas.microsoft.com/office/drawing/2014/main" id="{4C6E2E7C-759E-3157-C514-5BB436BD5AC6}"/>
              </a:ext>
            </a:extLst>
          </p:cNvPr>
          <p:cNvSpPr/>
          <p:nvPr/>
        </p:nvSpPr>
        <p:spPr>
          <a:xfrm>
            <a:off x="2057400" y="905256"/>
            <a:ext cx="7315200" cy="475488"/>
          </a:xfrm>
          <a:prstGeom prst="rect">
            <a:avLst/>
          </a:prstGeom>
          <a:noFill/>
          <a:ln/>
        </p:spPr>
        <p:txBody>
          <a:bodyPr wrap="square" lIns="0" tIns="0" rIns="0" bIns="0" rtlCol="0" anchor="ctr"/>
          <a:lstStyle/>
          <a:p>
            <a:pPr marL="0" indent="0">
              <a:buNone/>
            </a:pPr>
            <a:r>
              <a:rPr lang="en-US" sz="2200" b="1" dirty="0">
                <a:latin typeface="Arial Black" pitchFamily="34" charset="0"/>
                <a:ea typeface="Arial Black" pitchFamily="34" charset="-122"/>
                <a:cs typeface="Arial Black" pitchFamily="34" charset="-120"/>
              </a:rPr>
              <a:t>The Agentic Shift &amp; Tool Use</a:t>
            </a:r>
            <a:endParaRPr lang="en-US" sz="2200" dirty="0"/>
          </a:p>
        </p:txBody>
      </p:sp>
      <p:sp>
        <p:nvSpPr>
          <p:cNvPr id="39" name="Text 5">
            <a:extLst>
              <a:ext uri="{FF2B5EF4-FFF2-40B4-BE49-F238E27FC236}">
                <a16:creationId xmlns:a16="http://schemas.microsoft.com/office/drawing/2014/main" id="{A7C16C95-488F-6112-92C7-DAF02DD8533A}"/>
              </a:ext>
            </a:extLst>
          </p:cNvPr>
          <p:cNvSpPr/>
          <p:nvPr/>
        </p:nvSpPr>
        <p:spPr>
          <a:xfrm>
            <a:off x="822960" y="1472184"/>
            <a:ext cx="8686800" cy="292608"/>
          </a:xfrm>
          <a:prstGeom prst="rect">
            <a:avLst/>
          </a:prstGeom>
          <a:noFill/>
          <a:ln/>
        </p:spPr>
        <p:txBody>
          <a:bodyPr wrap="square" lIns="0" tIns="0" rIns="0" bIns="0" rtlCol="0" anchor="ctr"/>
          <a:lstStyle/>
          <a:p>
            <a:pPr marL="0" indent="0">
              <a:buNone/>
            </a:pPr>
            <a:r>
              <a:rPr lang="en-US" sz="1200" i="1" dirty="0">
                <a:solidFill>
                  <a:srgbClr val="00C6FF"/>
                </a:solidFill>
                <a:latin typeface="Calibri" pitchFamily="34" charset="0"/>
                <a:ea typeface="Calibri" pitchFamily="34" charset="-122"/>
                <a:cs typeface="Calibri" pitchFamily="34" charset="-120"/>
              </a:rPr>
              <a:t>Moving from linear chains to autonomous reasoning loops</a:t>
            </a:r>
            <a:endParaRPr lang="en-US" sz="1200" dirty="0"/>
          </a:p>
        </p:txBody>
      </p:sp>
      <p:sp>
        <p:nvSpPr>
          <p:cNvPr id="40" name="Shape 6">
            <a:extLst>
              <a:ext uri="{FF2B5EF4-FFF2-40B4-BE49-F238E27FC236}">
                <a16:creationId xmlns:a16="http://schemas.microsoft.com/office/drawing/2014/main" id="{EAB8BEF6-9D07-46C1-8158-E69F035CA8CA}"/>
              </a:ext>
            </a:extLst>
          </p:cNvPr>
          <p:cNvSpPr/>
          <p:nvPr/>
        </p:nvSpPr>
        <p:spPr>
          <a:xfrm>
            <a:off x="822960" y="1856232"/>
            <a:ext cx="4160520" cy="2834640"/>
          </a:xfrm>
          <a:prstGeom prst="rect">
            <a:avLst/>
          </a:prstGeom>
          <a:solidFill>
            <a:schemeClr val="accent1">
              <a:lumMod val="60000"/>
              <a:lumOff val="40000"/>
            </a:schemeClr>
          </a:solidFill>
          <a:ln w="12700">
            <a:solidFill>
              <a:srgbClr val="0A84FF"/>
            </a:solidFill>
            <a:prstDash val="solid"/>
          </a:ln>
        </p:spPr>
      </p:sp>
      <p:sp>
        <p:nvSpPr>
          <p:cNvPr id="41" name="Shape 7">
            <a:extLst>
              <a:ext uri="{FF2B5EF4-FFF2-40B4-BE49-F238E27FC236}">
                <a16:creationId xmlns:a16="http://schemas.microsoft.com/office/drawing/2014/main" id="{E762EDD2-AC87-4792-56D2-AB05A1CA7F7E}"/>
              </a:ext>
            </a:extLst>
          </p:cNvPr>
          <p:cNvSpPr/>
          <p:nvPr/>
        </p:nvSpPr>
        <p:spPr>
          <a:xfrm>
            <a:off x="822960" y="1856232"/>
            <a:ext cx="4160520" cy="347472"/>
          </a:xfrm>
          <a:prstGeom prst="rect">
            <a:avLst/>
          </a:prstGeom>
          <a:solidFill>
            <a:srgbClr val="0A2A4A"/>
          </a:solidFill>
          <a:ln w="12700">
            <a:solidFill>
              <a:srgbClr val="0A84FF"/>
            </a:solidFill>
            <a:prstDash val="solid"/>
          </a:ln>
        </p:spPr>
      </p:sp>
      <p:sp>
        <p:nvSpPr>
          <p:cNvPr id="42" name="Text 8">
            <a:extLst>
              <a:ext uri="{FF2B5EF4-FFF2-40B4-BE49-F238E27FC236}">
                <a16:creationId xmlns:a16="http://schemas.microsoft.com/office/drawing/2014/main" id="{B5F79AFA-D33A-78DC-598C-D421153776CA}"/>
              </a:ext>
            </a:extLst>
          </p:cNvPr>
          <p:cNvSpPr/>
          <p:nvPr/>
        </p:nvSpPr>
        <p:spPr>
          <a:xfrm>
            <a:off x="822960" y="1856232"/>
            <a:ext cx="4160520" cy="347472"/>
          </a:xfrm>
          <a:prstGeom prst="rect">
            <a:avLst/>
          </a:prstGeom>
          <a:noFill/>
          <a:ln/>
        </p:spPr>
        <p:txBody>
          <a:bodyPr wrap="square" lIns="0" tIns="0" rIns="0" bIns="0" rtlCol="0" anchor="ctr"/>
          <a:lstStyle/>
          <a:p>
            <a:pPr marL="0" indent="0" algn="ctr">
              <a:buNone/>
            </a:pPr>
            <a:r>
              <a:rPr lang="en-US" sz="1100" b="1" kern="0" spc="200" dirty="0">
                <a:solidFill>
                  <a:srgbClr val="0A84FF"/>
                </a:solidFill>
                <a:latin typeface="Arial Black" pitchFamily="34" charset="0"/>
                <a:ea typeface="Arial Black" pitchFamily="34" charset="-122"/>
                <a:cs typeface="Arial Black" pitchFamily="34" charset="-120"/>
              </a:rPr>
              <a:t>CORE CONCEPTS</a:t>
            </a:r>
            <a:endParaRPr lang="en-US" sz="1100" dirty="0"/>
          </a:p>
        </p:txBody>
      </p:sp>
      <p:sp>
        <p:nvSpPr>
          <p:cNvPr id="43" name="Shape 9">
            <a:extLst>
              <a:ext uri="{FF2B5EF4-FFF2-40B4-BE49-F238E27FC236}">
                <a16:creationId xmlns:a16="http://schemas.microsoft.com/office/drawing/2014/main" id="{58C609CB-A589-461D-E64C-EDB15A78E975}"/>
              </a:ext>
            </a:extLst>
          </p:cNvPr>
          <p:cNvSpPr/>
          <p:nvPr/>
        </p:nvSpPr>
        <p:spPr>
          <a:xfrm>
            <a:off x="941832" y="2313432"/>
            <a:ext cx="64008" cy="164592"/>
          </a:xfrm>
          <a:prstGeom prst="rect">
            <a:avLst/>
          </a:prstGeom>
          <a:solidFill>
            <a:srgbClr val="0A84FF"/>
          </a:solidFill>
          <a:ln w="12700">
            <a:solidFill>
              <a:srgbClr val="0A84FF"/>
            </a:solidFill>
            <a:prstDash val="solid"/>
          </a:ln>
        </p:spPr>
      </p:sp>
      <p:sp>
        <p:nvSpPr>
          <p:cNvPr id="44" name="Text 10">
            <a:extLst>
              <a:ext uri="{FF2B5EF4-FFF2-40B4-BE49-F238E27FC236}">
                <a16:creationId xmlns:a16="http://schemas.microsoft.com/office/drawing/2014/main" id="{C8591CB0-FBE7-49BD-51A4-CF780F68F3AC}"/>
              </a:ext>
            </a:extLst>
          </p:cNvPr>
          <p:cNvSpPr/>
          <p:nvPr/>
        </p:nvSpPr>
        <p:spPr>
          <a:xfrm>
            <a:off x="1069848" y="2313432"/>
            <a:ext cx="3794760" cy="256032"/>
          </a:xfrm>
          <a:prstGeom prst="rect">
            <a:avLst/>
          </a:prstGeom>
          <a:noFill/>
          <a:ln/>
        </p:spPr>
        <p:txBody>
          <a:bodyPr wrap="square" lIns="0" tIns="0" rIns="0" bIns="0" rtlCol="0" anchor="ctr"/>
          <a:lstStyle/>
          <a:p>
            <a:pPr marL="0" indent="0">
              <a:buNone/>
            </a:pPr>
            <a:r>
              <a:rPr lang="en-US" sz="1200" dirty="0">
                <a:solidFill>
                  <a:srgbClr val="C9D1D9"/>
                </a:solidFill>
                <a:latin typeface="Calibri" pitchFamily="34" charset="0"/>
                <a:ea typeface="Calibri" pitchFamily="34" charset="-122"/>
                <a:cs typeface="Calibri" pitchFamily="34" charset="-120"/>
              </a:rPr>
              <a:t>ReAct Pattern — Reason + Act loops</a:t>
            </a:r>
            <a:endParaRPr lang="en-US" sz="1200" dirty="0"/>
          </a:p>
        </p:txBody>
      </p:sp>
      <p:sp>
        <p:nvSpPr>
          <p:cNvPr id="45" name="Shape 11">
            <a:extLst>
              <a:ext uri="{FF2B5EF4-FFF2-40B4-BE49-F238E27FC236}">
                <a16:creationId xmlns:a16="http://schemas.microsoft.com/office/drawing/2014/main" id="{13410283-E8E9-A49E-DD25-A6959A161326}"/>
              </a:ext>
            </a:extLst>
          </p:cNvPr>
          <p:cNvSpPr/>
          <p:nvPr/>
        </p:nvSpPr>
        <p:spPr>
          <a:xfrm>
            <a:off x="941832" y="2743200"/>
            <a:ext cx="64008" cy="164592"/>
          </a:xfrm>
          <a:prstGeom prst="rect">
            <a:avLst/>
          </a:prstGeom>
          <a:solidFill>
            <a:srgbClr val="0A84FF"/>
          </a:solidFill>
          <a:ln w="12700">
            <a:solidFill>
              <a:srgbClr val="0A84FF"/>
            </a:solidFill>
            <a:prstDash val="solid"/>
          </a:ln>
        </p:spPr>
      </p:sp>
      <p:sp>
        <p:nvSpPr>
          <p:cNvPr id="46" name="Text 12">
            <a:extLst>
              <a:ext uri="{FF2B5EF4-FFF2-40B4-BE49-F238E27FC236}">
                <a16:creationId xmlns:a16="http://schemas.microsoft.com/office/drawing/2014/main" id="{C03EACE5-27AE-6B6A-E488-6A31DD56A2FE}"/>
              </a:ext>
            </a:extLst>
          </p:cNvPr>
          <p:cNvSpPr/>
          <p:nvPr/>
        </p:nvSpPr>
        <p:spPr>
          <a:xfrm>
            <a:off x="1069848" y="2743200"/>
            <a:ext cx="3794760" cy="256032"/>
          </a:xfrm>
          <a:prstGeom prst="rect">
            <a:avLst/>
          </a:prstGeom>
          <a:noFill/>
          <a:ln/>
        </p:spPr>
        <p:txBody>
          <a:bodyPr wrap="square" lIns="0" tIns="0" rIns="0" bIns="0" rtlCol="0" anchor="ctr"/>
          <a:lstStyle/>
          <a:p>
            <a:pPr marL="0" indent="0">
              <a:buNone/>
            </a:pPr>
            <a:r>
              <a:rPr lang="en-US" sz="1200" dirty="0">
                <a:solidFill>
                  <a:srgbClr val="C9D1D9"/>
                </a:solidFill>
                <a:latin typeface="Calibri" pitchFamily="34" charset="0"/>
                <a:ea typeface="Calibri" pitchFamily="34" charset="-122"/>
                <a:cs typeface="Calibri" pitchFamily="34" charset="-120"/>
              </a:rPr>
              <a:t>LLM Tool-Calling &amp; function binding</a:t>
            </a:r>
            <a:endParaRPr lang="en-US" sz="1200" dirty="0"/>
          </a:p>
        </p:txBody>
      </p:sp>
      <p:sp>
        <p:nvSpPr>
          <p:cNvPr id="47" name="Shape 13">
            <a:extLst>
              <a:ext uri="{FF2B5EF4-FFF2-40B4-BE49-F238E27FC236}">
                <a16:creationId xmlns:a16="http://schemas.microsoft.com/office/drawing/2014/main" id="{F5E5C28E-692F-949C-18D2-84A9C78762A6}"/>
              </a:ext>
            </a:extLst>
          </p:cNvPr>
          <p:cNvSpPr/>
          <p:nvPr/>
        </p:nvSpPr>
        <p:spPr>
          <a:xfrm>
            <a:off x="941832" y="3172968"/>
            <a:ext cx="64008" cy="164592"/>
          </a:xfrm>
          <a:prstGeom prst="rect">
            <a:avLst/>
          </a:prstGeom>
          <a:solidFill>
            <a:srgbClr val="0A84FF"/>
          </a:solidFill>
          <a:ln w="12700">
            <a:solidFill>
              <a:srgbClr val="0A84FF"/>
            </a:solidFill>
            <a:prstDash val="solid"/>
          </a:ln>
        </p:spPr>
      </p:sp>
      <p:sp>
        <p:nvSpPr>
          <p:cNvPr id="48" name="Text 14">
            <a:extLst>
              <a:ext uri="{FF2B5EF4-FFF2-40B4-BE49-F238E27FC236}">
                <a16:creationId xmlns:a16="http://schemas.microsoft.com/office/drawing/2014/main" id="{5483706A-3D3C-609F-4CC7-4972F478FF20}"/>
              </a:ext>
            </a:extLst>
          </p:cNvPr>
          <p:cNvSpPr/>
          <p:nvPr/>
        </p:nvSpPr>
        <p:spPr>
          <a:xfrm>
            <a:off x="1069848" y="3172968"/>
            <a:ext cx="3794760" cy="256032"/>
          </a:xfrm>
          <a:prstGeom prst="rect">
            <a:avLst/>
          </a:prstGeom>
          <a:noFill/>
          <a:ln/>
        </p:spPr>
        <p:txBody>
          <a:bodyPr wrap="square" lIns="0" tIns="0" rIns="0" bIns="0" rtlCol="0" anchor="ctr"/>
          <a:lstStyle/>
          <a:p>
            <a:pPr marL="0" indent="0">
              <a:buNone/>
            </a:pPr>
            <a:r>
              <a:rPr lang="en-US" sz="1200" dirty="0">
                <a:solidFill>
                  <a:srgbClr val="C9D1D9"/>
                </a:solidFill>
                <a:latin typeface="Calibri" pitchFamily="34" charset="0"/>
                <a:ea typeface="Calibri" pitchFamily="34" charset="-122"/>
                <a:cs typeface="Calibri" pitchFamily="34" charset="-120"/>
              </a:rPr>
              <a:t>Model Context Protocol (MCP)</a:t>
            </a:r>
            <a:endParaRPr lang="en-US" sz="1200" dirty="0"/>
          </a:p>
        </p:txBody>
      </p:sp>
      <p:sp>
        <p:nvSpPr>
          <p:cNvPr id="49" name="Shape 15">
            <a:extLst>
              <a:ext uri="{FF2B5EF4-FFF2-40B4-BE49-F238E27FC236}">
                <a16:creationId xmlns:a16="http://schemas.microsoft.com/office/drawing/2014/main" id="{E3D147EE-5767-0394-0F5B-8775086E3394}"/>
              </a:ext>
            </a:extLst>
          </p:cNvPr>
          <p:cNvSpPr/>
          <p:nvPr/>
        </p:nvSpPr>
        <p:spPr>
          <a:xfrm>
            <a:off x="941832" y="3602736"/>
            <a:ext cx="64008" cy="164592"/>
          </a:xfrm>
          <a:prstGeom prst="rect">
            <a:avLst/>
          </a:prstGeom>
          <a:solidFill>
            <a:srgbClr val="0A84FF"/>
          </a:solidFill>
          <a:ln w="12700">
            <a:solidFill>
              <a:srgbClr val="0A84FF"/>
            </a:solidFill>
            <a:prstDash val="solid"/>
          </a:ln>
        </p:spPr>
      </p:sp>
      <p:sp>
        <p:nvSpPr>
          <p:cNvPr id="50" name="Text 16">
            <a:extLst>
              <a:ext uri="{FF2B5EF4-FFF2-40B4-BE49-F238E27FC236}">
                <a16:creationId xmlns:a16="http://schemas.microsoft.com/office/drawing/2014/main" id="{7D114058-1EFE-E011-FB57-40E721BD7F72}"/>
              </a:ext>
            </a:extLst>
          </p:cNvPr>
          <p:cNvSpPr/>
          <p:nvPr/>
        </p:nvSpPr>
        <p:spPr>
          <a:xfrm>
            <a:off x="1069848" y="3602736"/>
            <a:ext cx="3794760" cy="256032"/>
          </a:xfrm>
          <a:prstGeom prst="rect">
            <a:avLst/>
          </a:prstGeom>
          <a:noFill/>
          <a:ln/>
        </p:spPr>
        <p:txBody>
          <a:bodyPr wrap="square" lIns="0" tIns="0" rIns="0" bIns="0" rtlCol="0" anchor="ctr"/>
          <a:lstStyle/>
          <a:p>
            <a:pPr marL="0" indent="0">
              <a:buNone/>
            </a:pPr>
            <a:r>
              <a:rPr lang="en-US" sz="1200" dirty="0">
                <a:solidFill>
                  <a:srgbClr val="C9D1D9"/>
                </a:solidFill>
                <a:latin typeface="Calibri" pitchFamily="34" charset="0"/>
                <a:ea typeface="Calibri" pitchFamily="34" charset="-122"/>
                <a:cs typeface="Calibri" pitchFamily="34" charset="-120"/>
              </a:rPr>
              <a:t>Hard-code logic vs LLM autonomy</a:t>
            </a:r>
            <a:endParaRPr lang="en-US" sz="1200" dirty="0"/>
          </a:p>
        </p:txBody>
      </p:sp>
      <p:sp>
        <p:nvSpPr>
          <p:cNvPr id="51" name="Shape 17">
            <a:extLst>
              <a:ext uri="{FF2B5EF4-FFF2-40B4-BE49-F238E27FC236}">
                <a16:creationId xmlns:a16="http://schemas.microsoft.com/office/drawing/2014/main" id="{9D5ECC15-7C5A-96E2-C873-4BDAE6B1036A}"/>
              </a:ext>
            </a:extLst>
          </p:cNvPr>
          <p:cNvSpPr/>
          <p:nvPr/>
        </p:nvSpPr>
        <p:spPr>
          <a:xfrm>
            <a:off x="941832" y="4032504"/>
            <a:ext cx="64008" cy="164592"/>
          </a:xfrm>
          <a:prstGeom prst="rect">
            <a:avLst/>
          </a:prstGeom>
          <a:solidFill>
            <a:srgbClr val="0A84FF"/>
          </a:solidFill>
          <a:ln w="12700">
            <a:solidFill>
              <a:srgbClr val="0A84FF"/>
            </a:solidFill>
            <a:prstDash val="solid"/>
          </a:ln>
        </p:spPr>
      </p:sp>
      <p:sp>
        <p:nvSpPr>
          <p:cNvPr id="52" name="Text 18">
            <a:extLst>
              <a:ext uri="{FF2B5EF4-FFF2-40B4-BE49-F238E27FC236}">
                <a16:creationId xmlns:a16="http://schemas.microsoft.com/office/drawing/2014/main" id="{71CBA2CE-411D-A640-D026-D28EEA74E313}"/>
              </a:ext>
            </a:extLst>
          </p:cNvPr>
          <p:cNvSpPr/>
          <p:nvPr/>
        </p:nvSpPr>
        <p:spPr>
          <a:xfrm>
            <a:off x="1069848" y="4032504"/>
            <a:ext cx="3794760" cy="256032"/>
          </a:xfrm>
          <a:prstGeom prst="rect">
            <a:avLst/>
          </a:prstGeom>
          <a:noFill/>
          <a:ln/>
        </p:spPr>
        <p:txBody>
          <a:bodyPr wrap="square" lIns="0" tIns="0" rIns="0" bIns="0" rtlCol="0" anchor="ctr"/>
          <a:lstStyle/>
          <a:p>
            <a:pPr marL="0" indent="0">
              <a:buNone/>
            </a:pPr>
            <a:r>
              <a:rPr lang="en-US" sz="1200" dirty="0">
                <a:solidFill>
                  <a:srgbClr val="C9D1D9"/>
                </a:solidFill>
                <a:latin typeface="Calibri" pitchFamily="34" charset="0"/>
                <a:ea typeface="Calibri" pitchFamily="34" charset="-122"/>
                <a:cs typeface="Calibri" pitchFamily="34" charset="-120"/>
              </a:rPr>
              <a:t>Frameworks: LangGraph &amp; LangChain</a:t>
            </a:r>
            <a:endParaRPr lang="en-US" sz="1200" dirty="0"/>
          </a:p>
        </p:txBody>
      </p:sp>
      <p:sp>
        <p:nvSpPr>
          <p:cNvPr id="53" name="Shape 19">
            <a:extLst>
              <a:ext uri="{FF2B5EF4-FFF2-40B4-BE49-F238E27FC236}">
                <a16:creationId xmlns:a16="http://schemas.microsoft.com/office/drawing/2014/main" id="{DF11D5E4-9E5C-B8A8-C14B-046D78000FCE}"/>
              </a:ext>
            </a:extLst>
          </p:cNvPr>
          <p:cNvSpPr/>
          <p:nvPr/>
        </p:nvSpPr>
        <p:spPr>
          <a:xfrm>
            <a:off x="5166360" y="1856232"/>
            <a:ext cx="4297680" cy="2834640"/>
          </a:xfrm>
          <a:prstGeom prst="rect">
            <a:avLst/>
          </a:prstGeom>
          <a:solidFill>
            <a:srgbClr val="161B22"/>
          </a:solidFill>
          <a:ln w="12700">
            <a:solidFill>
              <a:srgbClr val="00C6FF"/>
            </a:solidFill>
            <a:prstDash val="solid"/>
          </a:ln>
        </p:spPr>
      </p:sp>
      <p:sp>
        <p:nvSpPr>
          <p:cNvPr id="54" name="Shape 20">
            <a:extLst>
              <a:ext uri="{FF2B5EF4-FFF2-40B4-BE49-F238E27FC236}">
                <a16:creationId xmlns:a16="http://schemas.microsoft.com/office/drawing/2014/main" id="{F2A2A9B0-EAA8-26BA-45A1-4704AD9B02F4}"/>
              </a:ext>
            </a:extLst>
          </p:cNvPr>
          <p:cNvSpPr/>
          <p:nvPr/>
        </p:nvSpPr>
        <p:spPr>
          <a:xfrm>
            <a:off x="5166360" y="1856232"/>
            <a:ext cx="4297680" cy="347472"/>
          </a:xfrm>
          <a:prstGeom prst="rect">
            <a:avLst/>
          </a:prstGeom>
          <a:solidFill>
            <a:schemeClr val="accent4">
              <a:lumMod val="20000"/>
              <a:lumOff val="80000"/>
            </a:schemeClr>
          </a:solidFill>
          <a:ln w="12700">
            <a:solidFill>
              <a:srgbClr val="00C6FF"/>
            </a:solidFill>
            <a:prstDash val="solid"/>
          </a:ln>
        </p:spPr>
      </p:sp>
      <p:sp>
        <p:nvSpPr>
          <p:cNvPr id="55" name="Text 21">
            <a:extLst>
              <a:ext uri="{FF2B5EF4-FFF2-40B4-BE49-F238E27FC236}">
                <a16:creationId xmlns:a16="http://schemas.microsoft.com/office/drawing/2014/main" id="{39AF2A8A-0C56-3BCA-E24D-0DF7C270F042}"/>
              </a:ext>
            </a:extLst>
          </p:cNvPr>
          <p:cNvSpPr/>
          <p:nvPr/>
        </p:nvSpPr>
        <p:spPr>
          <a:xfrm>
            <a:off x="5166360" y="1856232"/>
            <a:ext cx="4297680" cy="347472"/>
          </a:xfrm>
          <a:prstGeom prst="rect">
            <a:avLst/>
          </a:prstGeom>
          <a:noFill/>
          <a:ln/>
        </p:spPr>
        <p:txBody>
          <a:bodyPr wrap="square" lIns="0" tIns="0" rIns="0" bIns="0" rtlCol="0" anchor="ctr"/>
          <a:lstStyle/>
          <a:p>
            <a:pPr marL="0" indent="0" algn="ctr">
              <a:buNone/>
            </a:pPr>
            <a:r>
              <a:rPr lang="en-US" sz="1100" b="1" kern="0" spc="200" dirty="0">
                <a:solidFill>
                  <a:srgbClr val="00C6FF"/>
                </a:solidFill>
                <a:latin typeface="Arial Black" pitchFamily="34" charset="0"/>
                <a:ea typeface="Arial Black" pitchFamily="34" charset="-122"/>
                <a:cs typeface="Arial Black" pitchFamily="34" charset="-120"/>
              </a:rPr>
              <a:t>LAB: RESEARCH ASSISTANT</a:t>
            </a:r>
            <a:endParaRPr lang="en-US" sz="1100" dirty="0"/>
          </a:p>
        </p:txBody>
      </p:sp>
      <p:sp>
        <p:nvSpPr>
          <p:cNvPr id="56" name="Shape 22">
            <a:extLst>
              <a:ext uri="{FF2B5EF4-FFF2-40B4-BE49-F238E27FC236}">
                <a16:creationId xmlns:a16="http://schemas.microsoft.com/office/drawing/2014/main" id="{B2E50186-6BBC-5E0E-2C29-FE84AE3368FB}"/>
              </a:ext>
            </a:extLst>
          </p:cNvPr>
          <p:cNvSpPr/>
          <p:nvPr/>
        </p:nvSpPr>
        <p:spPr>
          <a:xfrm>
            <a:off x="5257800" y="2313432"/>
            <a:ext cx="4114800" cy="640080"/>
          </a:xfrm>
          <a:prstGeom prst="rect">
            <a:avLst/>
          </a:prstGeom>
          <a:solidFill>
            <a:schemeClr val="accent1">
              <a:lumMod val="50000"/>
            </a:schemeClr>
          </a:solidFill>
          <a:ln w="6350">
            <a:solidFill>
              <a:srgbClr val="8B949E"/>
            </a:solidFill>
            <a:prstDash val="solid"/>
          </a:ln>
        </p:spPr>
      </p:sp>
      <p:sp>
        <p:nvSpPr>
          <p:cNvPr id="57" name="Text 23">
            <a:extLst>
              <a:ext uri="{FF2B5EF4-FFF2-40B4-BE49-F238E27FC236}">
                <a16:creationId xmlns:a16="http://schemas.microsoft.com/office/drawing/2014/main" id="{0141BEE1-39B1-43B3-96BB-F620A7DE96F8}"/>
              </a:ext>
            </a:extLst>
          </p:cNvPr>
          <p:cNvSpPr/>
          <p:nvPr/>
        </p:nvSpPr>
        <p:spPr>
          <a:xfrm>
            <a:off x="5349240" y="2340864"/>
            <a:ext cx="3931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Live Web Search</a:t>
            </a:r>
            <a:endParaRPr lang="en-US" sz="1300" dirty="0"/>
          </a:p>
        </p:txBody>
      </p:sp>
      <p:sp>
        <p:nvSpPr>
          <p:cNvPr id="58" name="Text 24">
            <a:extLst>
              <a:ext uri="{FF2B5EF4-FFF2-40B4-BE49-F238E27FC236}">
                <a16:creationId xmlns:a16="http://schemas.microsoft.com/office/drawing/2014/main" id="{5D34808F-FEB8-57D1-D5FB-02CD82478C02}"/>
              </a:ext>
            </a:extLst>
          </p:cNvPr>
          <p:cNvSpPr/>
          <p:nvPr/>
        </p:nvSpPr>
        <p:spPr>
          <a:xfrm>
            <a:off x="5349240" y="2633472"/>
            <a:ext cx="3931920" cy="25603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Queries Tavily API for live web results autonomously</a:t>
            </a:r>
            <a:endParaRPr lang="en-US" sz="1100" dirty="0"/>
          </a:p>
        </p:txBody>
      </p:sp>
      <p:sp>
        <p:nvSpPr>
          <p:cNvPr id="59" name="Shape 25">
            <a:extLst>
              <a:ext uri="{FF2B5EF4-FFF2-40B4-BE49-F238E27FC236}">
                <a16:creationId xmlns:a16="http://schemas.microsoft.com/office/drawing/2014/main" id="{CC7EDF5B-6EFF-58EF-079B-B700B5516930}"/>
              </a:ext>
            </a:extLst>
          </p:cNvPr>
          <p:cNvSpPr/>
          <p:nvPr/>
        </p:nvSpPr>
        <p:spPr>
          <a:xfrm>
            <a:off x="5257800" y="3063240"/>
            <a:ext cx="4114800" cy="640080"/>
          </a:xfrm>
          <a:prstGeom prst="rect">
            <a:avLst/>
          </a:prstGeom>
          <a:solidFill>
            <a:srgbClr val="1C2333"/>
          </a:solidFill>
          <a:ln w="6350">
            <a:solidFill>
              <a:srgbClr val="8B949E"/>
            </a:solidFill>
            <a:prstDash val="solid"/>
          </a:ln>
        </p:spPr>
      </p:sp>
      <p:sp>
        <p:nvSpPr>
          <p:cNvPr id="60" name="Text 26">
            <a:extLst>
              <a:ext uri="{FF2B5EF4-FFF2-40B4-BE49-F238E27FC236}">
                <a16:creationId xmlns:a16="http://schemas.microsoft.com/office/drawing/2014/main" id="{EBB1997A-14BB-A5F7-D1F8-386078D95214}"/>
              </a:ext>
            </a:extLst>
          </p:cNvPr>
          <p:cNvSpPr/>
          <p:nvPr/>
        </p:nvSpPr>
        <p:spPr>
          <a:xfrm>
            <a:off x="5349240" y="3090672"/>
            <a:ext cx="3931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URL Scraper</a:t>
            </a:r>
            <a:endParaRPr lang="en-US" sz="1300" dirty="0"/>
          </a:p>
        </p:txBody>
      </p:sp>
      <p:sp>
        <p:nvSpPr>
          <p:cNvPr id="61" name="Text 27">
            <a:extLst>
              <a:ext uri="{FF2B5EF4-FFF2-40B4-BE49-F238E27FC236}">
                <a16:creationId xmlns:a16="http://schemas.microsoft.com/office/drawing/2014/main" id="{0EDC8D1D-F7C7-22AD-029E-DFFAA81D60ED}"/>
              </a:ext>
            </a:extLst>
          </p:cNvPr>
          <p:cNvSpPr/>
          <p:nvPr/>
        </p:nvSpPr>
        <p:spPr>
          <a:xfrm>
            <a:off x="5349240" y="3383280"/>
            <a:ext cx="3931920" cy="25603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Scrapes &amp; parses specific target URLs on demand</a:t>
            </a:r>
            <a:endParaRPr lang="en-US" sz="1100" dirty="0"/>
          </a:p>
        </p:txBody>
      </p:sp>
      <p:sp>
        <p:nvSpPr>
          <p:cNvPr id="62" name="Shape 28">
            <a:extLst>
              <a:ext uri="{FF2B5EF4-FFF2-40B4-BE49-F238E27FC236}">
                <a16:creationId xmlns:a16="http://schemas.microsoft.com/office/drawing/2014/main" id="{9E6DB7B2-4950-0C17-4C51-5D4821558D9E}"/>
              </a:ext>
            </a:extLst>
          </p:cNvPr>
          <p:cNvSpPr/>
          <p:nvPr/>
        </p:nvSpPr>
        <p:spPr>
          <a:xfrm>
            <a:off x="5257800" y="3813048"/>
            <a:ext cx="4114800" cy="640080"/>
          </a:xfrm>
          <a:prstGeom prst="rect">
            <a:avLst/>
          </a:prstGeom>
          <a:solidFill>
            <a:srgbClr val="1C2333"/>
          </a:solidFill>
          <a:ln w="6350">
            <a:solidFill>
              <a:srgbClr val="8B949E"/>
            </a:solidFill>
            <a:prstDash val="solid"/>
          </a:ln>
        </p:spPr>
      </p:sp>
      <p:sp>
        <p:nvSpPr>
          <p:cNvPr id="63" name="Text 29">
            <a:extLst>
              <a:ext uri="{FF2B5EF4-FFF2-40B4-BE49-F238E27FC236}">
                <a16:creationId xmlns:a16="http://schemas.microsoft.com/office/drawing/2014/main" id="{5D3F989C-D8D6-D7C1-0F04-382CD5C8971A}"/>
              </a:ext>
            </a:extLst>
          </p:cNvPr>
          <p:cNvSpPr/>
          <p:nvPr/>
        </p:nvSpPr>
        <p:spPr>
          <a:xfrm>
            <a:off x="5349240" y="3840480"/>
            <a:ext cx="3931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File Writer</a:t>
            </a:r>
            <a:endParaRPr lang="en-US" sz="1300" dirty="0"/>
          </a:p>
        </p:txBody>
      </p:sp>
      <p:sp>
        <p:nvSpPr>
          <p:cNvPr id="64" name="Text 30">
            <a:extLst>
              <a:ext uri="{FF2B5EF4-FFF2-40B4-BE49-F238E27FC236}">
                <a16:creationId xmlns:a16="http://schemas.microsoft.com/office/drawing/2014/main" id="{667BFEBC-FA3A-D569-0B18-6E2EEBE88C25}"/>
              </a:ext>
            </a:extLst>
          </p:cNvPr>
          <p:cNvSpPr/>
          <p:nvPr/>
        </p:nvSpPr>
        <p:spPr>
          <a:xfrm>
            <a:off x="5349240" y="4133088"/>
            <a:ext cx="3931920" cy="25603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Saves structured summaries to local files</a:t>
            </a:r>
            <a:endParaRPr lang="en-US" sz="1100" dirty="0"/>
          </a:p>
        </p:txBody>
      </p:sp>
      <p:sp>
        <p:nvSpPr>
          <p:cNvPr id="65" name="Shape 31">
            <a:extLst>
              <a:ext uri="{FF2B5EF4-FFF2-40B4-BE49-F238E27FC236}">
                <a16:creationId xmlns:a16="http://schemas.microsoft.com/office/drawing/2014/main" id="{B6FA6A3F-2040-D6CF-A31C-4CD393C12416}"/>
              </a:ext>
            </a:extLst>
          </p:cNvPr>
          <p:cNvSpPr/>
          <p:nvPr/>
        </p:nvSpPr>
        <p:spPr>
          <a:xfrm>
            <a:off x="822960" y="4782312"/>
            <a:ext cx="8686800" cy="566928"/>
          </a:xfrm>
          <a:prstGeom prst="rect">
            <a:avLst/>
          </a:prstGeom>
          <a:solidFill>
            <a:srgbClr val="081A2F"/>
          </a:solidFill>
          <a:ln w="12700">
            <a:solidFill>
              <a:srgbClr val="0A84FF"/>
            </a:solidFill>
            <a:prstDash val="solid"/>
          </a:ln>
        </p:spPr>
      </p:sp>
      <p:sp>
        <p:nvSpPr>
          <p:cNvPr id="66" name="Text 32">
            <a:extLst>
              <a:ext uri="{FF2B5EF4-FFF2-40B4-BE49-F238E27FC236}">
                <a16:creationId xmlns:a16="http://schemas.microsoft.com/office/drawing/2014/main" id="{64D3A0DE-17B8-C6A5-2B09-52805E3E2609}"/>
              </a:ext>
            </a:extLst>
          </p:cNvPr>
          <p:cNvSpPr/>
          <p:nvPr/>
        </p:nvSpPr>
        <p:spPr>
          <a:xfrm>
            <a:off x="1005840" y="4782312"/>
            <a:ext cx="1828800" cy="566928"/>
          </a:xfrm>
          <a:prstGeom prst="rect">
            <a:avLst/>
          </a:prstGeom>
          <a:noFill/>
          <a:ln/>
        </p:spPr>
        <p:txBody>
          <a:bodyPr wrap="square" lIns="0" tIns="0" rIns="0" bIns="0" rtlCol="0" anchor="ctr"/>
          <a:lstStyle/>
          <a:p>
            <a:pPr marL="0" indent="0">
              <a:buNone/>
            </a:pPr>
            <a:r>
              <a:rPr lang="en-US" sz="1200" b="1" dirty="0">
                <a:solidFill>
                  <a:srgbClr val="0A84FF"/>
                </a:solidFill>
                <a:latin typeface="Calibri" pitchFamily="34" charset="0"/>
                <a:ea typeface="Calibri" pitchFamily="34" charset="-122"/>
                <a:cs typeface="Calibri" pitchFamily="34" charset="-120"/>
              </a:rPr>
              <a:t>🎯  KEY OUTCOME:</a:t>
            </a:r>
            <a:endParaRPr lang="en-US" sz="1200" dirty="0"/>
          </a:p>
        </p:txBody>
      </p:sp>
      <p:sp>
        <p:nvSpPr>
          <p:cNvPr id="67" name="Text 33">
            <a:extLst>
              <a:ext uri="{FF2B5EF4-FFF2-40B4-BE49-F238E27FC236}">
                <a16:creationId xmlns:a16="http://schemas.microsoft.com/office/drawing/2014/main" id="{47F5BC17-77D0-B65F-D808-A903B7F2961A}"/>
              </a:ext>
            </a:extLst>
          </p:cNvPr>
          <p:cNvSpPr/>
          <p:nvPr/>
        </p:nvSpPr>
        <p:spPr>
          <a:xfrm>
            <a:off x="2880360" y="4782312"/>
            <a:ext cx="6492240" cy="566928"/>
          </a:xfrm>
          <a:prstGeom prst="rect">
            <a:avLst/>
          </a:prstGeom>
          <a:noFill/>
          <a:ln/>
        </p:spPr>
        <p:txBody>
          <a:bodyPr wrap="square" lIns="0" tIns="0" rIns="0" bIns="0" rtlCol="0" anchor="ctr"/>
          <a:lstStyle/>
          <a:p>
            <a:pPr marL="0" indent="0">
              <a:buNone/>
            </a:pPr>
            <a:r>
              <a:rPr lang="en-US" sz="1200" dirty="0">
                <a:solidFill>
                  <a:srgbClr val="C9D1D9"/>
                </a:solidFill>
                <a:latin typeface="Calibri" pitchFamily="34" charset="0"/>
                <a:ea typeface="Calibri" pitchFamily="34" charset="-122"/>
                <a:cs typeface="Calibri" pitchFamily="34" charset="-120"/>
              </a:rPr>
              <a:t>Understand when to let the LLM decide the next step versus hard-coding the logic.</a:t>
            </a:r>
            <a:endParaRPr lang="en-US" sz="1200" dirty="0"/>
          </a:p>
        </p:txBody>
      </p:sp>
    </p:spTree>
    <p:extLst>
      <p:ext uri="{BB962C8B-B14F-4D97-AF65-F5344CB8AC3E}">
        <p14:creationId xmlns:p14="http://schemas.microsoft.com/office/powerpoint/2010/main" val="2663483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60DF057C-B5F3-8D01-5463-E57804951EEB}"/>
              </a:ext>
            </a:extLst>
          </p:cNvPr>
          <p:cNvSpPr/>
          <p:nvPr/>
        </p:nvSpPr>
        <p:spPr>
          <a:xfrm>
            <a:off x="475488" y="539496"/>
            <a:ext cx="9144000" cy="64008"/>
          </a:xfrm>
          <a:prstGeom prst="rect">
            <a:avLst/>
          </a:prstGeom>
          <a:solidFill>
            <a:srgbClr val="7B61FF"/>
          </a:solidFill>
          <a:ln w="12700">
            <a:solidFill>
              <a:srgbClr val="7B61FF"/>
            </a:solidFill>
            <a:prstDash val="solid"/>
          </a:ln>
        </p:spPr>
      </p:sp>
      <p:sp>
        <p:nvSpPr>
          <p:cNvPr id="6" name="Shape 1">
            <a:extLst>
              <a:ext uri="{FF2B5EF4-FFF2-40B4-BE49-F238E27FC236}">
                <a16:creationId xmlns:a16="http://schemas.microsoft.com/office/drawing/2014/main" id="{C561E41C-F758-4C83-25DE-A36B4F2B87FC}"/>
              </a:ext>
            </a:extLst>
          </p:cNvPr>
          <p:cNvSpPr/>
          <p:nvPr/>
        </p:nvSpPr>
        <p:spPr>
          <a:xfrm>
            <a:off x="475488" y="603504"/>
            <a:ext cx="54864" cy="5079492"/>
          </a:xfrm>
          <a:prstGeom prst="rect">
            <a:avLst/>
          </a:prstGeom>
          <a:solidFill>
            <a:srgbClr val="7B61FF"/>
          </a:solidFill>
          <a:ln w="12700">
            <a:solidFill>
              <a:srgbClr val="7B61FF"/>
            </a:solidFill>
            <a:prstDash val="solid"/>
          </a:ln>
        </p:spPr>
      </p:sp>
      <p:sp>
        <p:nvSpPr>
          <p:cNvPr id="7" name="Shape 2">
            <a:extLst>
              <a:ext uri="{FF2B5EF4-FFF2-40B4-BE49-F238E27FC236}">
                <a16:creationId xmlns:a16="http://schemas.microsoft.com/office/drawing/2014/main" id="{096E363F-028D-0C20-27BA-94FA6CA96BC3}"/>
              </a:ext>
            </a:extLst>
          </p:cNvPr>
          <p:cNvSpPr/>
          <p:nvPr/>
        </p:nvSpPr>
        <p:spPr>
          <a:xfrm>
            <a:off x="704088" y="704088"/>
            <a:ext cx="1097280" cy="475488"/>
          </a:xfrm>
          <a:prstGeom prst="rect">
            <a:avLst/>
          </a:prstGeom>
          <a:solidFill>
            <a:srgbClr val="7B61FF"/>
          </a:solidFill>
          <a:ln w="12700">
            <a:solidFill>
              <a:srgbClr val="7B61FF"/>
            </a:solidFill>
            <a:prstDash val="solid"/>
          </a:ln>
        </p:spPr>
      </p:sp>
      <p:sp>
        <p:nvSpPr>
          <p:cNvPr id="27" name="Text 3">
            <a:extLst>
              <a:ext uri="{FF2B5EF4-FFF2-40B4-BE49-F238E27FC236}">
                <a16:creationId xmlns:a16="http://schemas.microsoft.com/office/drawing/2014/main" id="{EEC29E67-48D2-03E6-E06F-CD6AAAA3EDE9}"/>
              </a:ext>
            </a:extLst>
          </p:cNvPr>
          <p:cNvSpPr/>
          <p:nvPr/>
        </p:nvSpPr>
        <p:spPr>
          <a:xfrm>
            <a:off x="704088" y="704088"/>
            <a:ext cx="109728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WEEK 2</a:t>
            </a:r>
            <a:endParaRPr lang="en-US" sz="1200" dirty="0"/>
          </a:p>
        </p:txBody>
      </p:sp>
      <p:sp>
        <p:nvSpPr>
          <p:cNvPr id="28" name="Text 4">
            <a:extLst>
              <a:ext uri="{FF2B5EF4-FFF2-40B4-BE49-F238E27FC236}">
                <a16:creationId xmlns:a16="http://schemas.microsoft.com/office/drawing/2014/main" id="{8867BA86-9E7B-8F64-912A-A2A30BA3F5EF}"/>
              </a:ext>
            </a:extLst>
          </p:cNvPr>
          <p:cNvSpPr/>
          <p:nvPr/>
        </p:nvSpPr>
        <p:spPr>
          <a:xfrm>
            <a:off x="1938528" y="704088"/>
            <a:ext cx="7315200" cy="475488"/>
          </a:xfrm>
          <a:prstGeom prst="rect">
            <a:avLst/>
          </a:prstGeom>
          <a:noFill/>
          <a:ln/>
        </p:spPr>
        <p:txBody>
          <a:bodyPr wrap="square" lIns="0" tIns="0" rIns="0" bIns="0" rtlCol="0" anchor="ctr"/>
          <a:lstStyle/>
          <a:p>
            <a:pPr marL="0" indent="0">
              <a:buNone/>
            </a:pPr>
            <a:r>
              <a:rPr lang="en-US" sz="2200" b="1" dirty="0">
                <a:latin typeface="Arial Black" pitchFamily="34" charset="0"/>
                <a:ea typeface="Arial Black" pitchFamily="34" charset="-122"/>
                <a:cs typeface="Arial Black" pitchFamily="34" charset="-120"/>
              </a:rPr>
              <a:t>Multi-Agent Orchestration</a:t>
            </a:r>
            <a:endParaRPr lang="en-US" sz="2200" dirty="0"/>
          </a:p>
        </p:txBody>
      </p:sp>
      <p:sp>
        <p:nvSpPr>
          <p:cNvPr id="29" name="Text 5">
            <a:extLst>
              <a:ext uri="{FF2B5EF4-FFF2-40B4-BE49-F238E27FC236}">
                <a16:creationId xmlns:a16="http://schemas.microsoft.com/office/drawing/2014/main" id="{BB69AED6-C358-CC75-CC04-26F236990A60}"/>
              </a:ext>
            </a:extLst>
          </p:cNvPr>
          <p:cNvSpPr/>
          <p:nvPr/>
        </p:nvSpPr>
        <p:spPr>
          <a:xfrm>
            <a:off x="704088" y="1271016"/>
            <a:ext cx="8686800" cy="292608"/>
          </a:xfrm>
          <a:prstGeom prst="rect">
            <a:avLst/>
          </a:prstGeom>
          <a:noFill/>
          <a:ln/>
        </p:spPr>
        <p:txBody>
          <a:bodyPr wrap="square" lIns="0" tIns="0" rIns="0" bIns="0" rtlCol="0" anchor="ctr"/>
          <a:lstStyle/>
          <a:p>
            <a:pPr marL="0" indent="0">
              <a:buNone/>
            </a:pPr>
            <a:r>
              <a:rPr lang="en-US" sz="1200" i="1" dirty="0">
                <a:solidFill>
                  <a:srgbClr val="B39DFF"/>
                </a:solidFill>
                <a:latin typeface="Calibri" pitchFamily="34" charset="0"/>
                <a:ea typeface="Calibri" pitchFamily="34" charset="-122"/>
                <a:cs typeface="Calibri" pitchFamily="34" charset="-120"/>
              </a:rPr>
              <a:t>Building a "Company" of specialized AI agents that communicate and hand off tasks</a:t>
            </a:r>
            <a:endParaRPr lang="en-US" sz="1200" dirty="0"/>
          </a:p>
        </p:txBody>
      </p:sp>
      <p:sp>
        <p:nvSpPr>
          <p:cNvPr id="30" name="Shape 6">
            <a:extLst>
              <a:ext uri="{FF2B5EF4-FFF2-40B4-BE49-F238E27FC236}">
                <a16:creationId xmlns:a16="http://schemas.microsoft.com/office/drawing/2014/main" id="{7934F353-9F65-5D92-AAE7-22998E23A5AC}"/>
              </a:ext>
            </a:extLst>
          </p:cNvPr>
          <p:cNvSpPr/>
          <p:nvPr/>
        </p:nvSpPr>
        <p:spPr>
          <a:xfrm>
            <a:off x="704088" y="1655064"/>
            <a:ext cx="4160520" cy="1417320"/>
          </a:xfrm>
          <a:prstGeom prst="rect">
            <a:avLst/>
          </a:prstGeom>
          <a:solidFill>
            <a:srgbClr val="161B22"/>
          </a:solidFill>
          <a:ln w="12700">
            <a:solidFill>
              <a:srgbClr val="7B61FF"/>
            </a:solidFill>
            <a:prstDash val="solid"/>
          </a:ln>
        </p:spPr>
      </p:sp>
      <p:sp>
        <p:nvSpPr>
          <p:cNvPr id="31" name="Shape 7">
            <a:extLst>
              <a:ext uri="{FF2B5EF4-FFF2-40B4-BE49-F238E27FC236}">
                <a16:creationId xmlns:a16="http://schemas.microsoft.com/office/drawing/2014/main" id="{7D63FF7B-01E2-F8D4-BBA2-0EFD2066A22A}"/>
              </a:ext>
            </a:extLst>
          </p:cNvPr>
          <p:cNvSpPr/>
          <p:nvPr/>
        </p:nvSpPr>
        <p:spPr>
          <a:xfrm>
            <a:off x="704088" y="1655064"/>
            <a:ext cx="4160520" cy="347472"/>
          </a:xfrm>
          <a:prstGeom prst="rect">
            <a:avLst/>
          </a:prstGeom>
          <a:solidFill>
            <a:srgbClr val="1A0A30"/>
          </a:solidFill>
          <a:ln w="12700">
            <a:solidFill>
              <a:srgbClr val="7B61FF"/>
            </a:solidFill>
            <a:prstDash val="solid"/>
          </a:ln>
        </p:spPr>
      </p:sp>
      <p:sp>
        <p:nvSpPr>
          <p:cNvPr id="32" name="Text 8">
            <a:extLst>
              <a:ext uri="{FF2B5EF4-FFF2-40B4-BE49-F238E27FC236}">
                <a16:creationId xmlns:a16="http://schemas.microsoft.com/office/drawing/2014/main" id="{1FFFADBC-4D30-568B-8B0B-A9DE0DBAB4EE}"/>
              </a:ext>
            </a:extLst>
          </p:cNvPr>
          <p:cNvSpPr/>
          <p:nvPr/>
        </p:nvSpPr>
        <p:spPr>
          <a:xfrm>
            <a:off x="704088" y="1655064"/>
            <a:ext cx="4160520" cy="347472"/>
          </a:xfrm>
          <a:prstGeom prst="rect">
            <a:avLst/>
          </a:prstGeom>
          <a:noFill/>
          <a:ln/>
        </p:spPr>
        <p:txBody>
          <a:bodyPr wrap="square" lIns="0" tIns="0" rIns="0" bIns="0" rtlCol="0" anchor="ctr"/>
          <a:lstStyle/>
          <a:p>
            <a:pPr marL="0" indent="0" algn="ctr">
              <a:buNone/>
            </a:pPr>
            <a:r>
              <a:rPr lang="en-US" sz="1100" b="1" kern="0" spc="200" dirty="0">
                <a:solidFill>
                  <a:srgbClr val="7B61FF"/>
                </a:solidFill>
                <a:latin typeface="Arial Black" pitchFamily="34" charset="0"/>
                <a:ea typeface="Arial Black" pitchFamily="34" charset="-122"/>
                <a:cs typeface="Arial Black" pitchFamily="34" charset="-120"/>
              </a:rPr>
              <a:t>HIERARCHICAL</a:t>
            </a:r>
            <a:endParaRPr lang="en-US" sz="1100" dirty="0"/>
          </a:p>
        </p:txBody>
      </p:sp>
      <p:sp>
        <p:nvSpPr>
          <p:cNvPr id="33" name="Text 9">
            <a:extLst>
              <a:ext uri="{FF2B5EF4-FFF2-40B4-BE49-F238E27FC236}">
                <a16:creationId xmlns:a16="http://schemas.microsoft.com/office/drawing/2014/main" id="{BE60FB88-7D29-2A25-3E1D-DBA075D8AAF1}"/>
              </a:ext>
            </a:extLst>
          </p:cNvPr>
          <p:cNvSpPr/>
          <p:nvPr/>
        </p:nvSpPr>
        <p:spPr>
          <a:xfrm>
            <a:off x="822960" y="2048256"/>
            <a:ext cx="3931920" cy="914400"/>
          </a:xfrm>
          <a:prstGeom prst="rect">
            <a:avLst/>
          </a:prstGeom>
          <a:solidFill>
            <a:schemeClr val="accent5">
              <a:lumMod val="75000"/>
            </a:schemeClr>
          </a:solidFill>
          <a:ln/>
        </p:spPr>
        <p:txBody>
          <a:bodyPr wrap="square" lIns="0" tIns="0" rIns="0" bIns="0" rtlCol="0" anchor="ctr"/>
          <a:lstStyle/>
          <a:p>
            <a:pPr marL="0" indent="0">
              <a:buNone/>
            </a:pPr>
            <a:r>
              <a:rPr lang="en-US" sz="1200" dirty="0">
                <a:solidFill>
                  <a:srgbClr val="C9D1D9"/>
                </a:solidFill>
                <a:latin typeface="Calibri" pitchFamily="34" charset="0"/>
                <a:ea typeface="Calibri" pitchFamily="34" charset="-122"/>
                <a:cs typeface="Calibri" pitchFamily="34" charset="-120"/>
              </a:rPr>
              <a:t>Orchestrator agent delegates tasks downward to specialist sub-agents.</a:t>
            </a:r>
            <a:endParaRPr lang="en-US" sz="1200" dirty="0"/>
          </a:p>
          <a:p>
            <a:pPr marL="0" indent="0">
              <a:buNone/>
            </a:pPr>
            <a:r>
              <a:rPr lang="en-US" sz="1200" dirty="0">
                <a:solidFill>
                  <a:srgbClr val="C9D1D9"/>
                </a:solidFill>
                <a:latin typeface="Calibri" pitchFamily="34" charset="0"/>
                <a:ea typeface="Calibri" pitchFamily="34" charset="-122"/>
                <a:cs typeface="Calibri" pitchFamily="34" charset="-120"/>
              </a:rPr>
              <a:t>Strong control and predictable execution flow.</a:t>
            </a:r>
            <a:endParaRPr lang="en-US" sz="1200" dirty="0"/>
          </a:p>
        </p:txBody>
      </p:sp>
      <p:sp>
        <p:nvSpPr>
          <p:cNvPr id="34" name="Shape 10">
            <a:extLst>
              <a:ext uri="{FF2B5EF4-FFF2-40B4-BE49-F238E27FC236}">
                <a16:creationId xmlns:a16="http://schemas.microsoft.com/office/drawing/2014/main" id="{4A79AC0E-B1CB-B78C-AA30-2045A8A8D017}"/>
              </a:ext>
            </a:extLst>
          </p:cNvPr>
          <p:cNvSpPr/>
          <p:nvPr/>
        </p:nvSpPr>
        <p:spPr>
          <a:xfrm>
            <a:off x="5047488" y="1655064"/>
            <a:ext cx="4297680" cy="1417320"/>
          </a:xfrm>
          <a:prstGeom prst="rect">
            <a:avLst/>
          </a:prstGeom>
          <a:solidFill>
            <a:schemeClr val="accent5">
              <a:lumMod val="75000"/>
            </a:schemeClr>
          </a:solidFill>
          <a:ln w="12700">
            <a:solidFill>
              <a:srgbClr val="B39DFF"/>
            </a:solidFill>
            <a:prstDash val="solid"/>
          </a:ln>
        </p:spPr>
      </p:sp>
      <p:sp>
        <p:nvSpPr>
          <p:cNvPr id="35" name="Shape 11">
            <a:extLst>
              <a:ext uri="{FF2B5EF4-FFF2-40B4-BE49-F238E27FC236}">
                <a16:creationId xmlns:a16="http://schemas.microsoft.com/office/drawing/2014/main" id="{41007752-5723-F1C8-4EF2-7635D87A48AB}"/>
              </a:ext>
            </a:extLst>
          </p:cNvPr>
          <p:cNvSpPr/>
          <p:nvPr/>
        </p:nvSpPr>
        <p:spPr>
          <a:xfrm>
            <a:off x="5047488" y="1655064"/>
            <a:ext cx="4297680" cy="347472"/>
          </a:xfrm>
          <a:prstGeom prst="rect">
            <a:avLst/>
          </a:prstGeom>
          <a:solidFill>
            <a:srgbClr val="1A0A30"/>
          </a:solidFill>
          <a:ln w="12700">
            <a:solidFill>
              <a:srgbClr val="B39DFF"/>
            </a:solidFill>
            <a:prstDash val="solid"/>
          </a:ln>
        </p:spPr>
      </p:sp>
      <p:sp>
        <p:nvSpPr>
          <p:cNvPr id="36" name="Text 12">
            <a:extLst>
              <a:ext uri="{FF2B5EF4-FFF2-40B4-BE49-F238E27FC236}">
                <a16:creationId xmlns:a16="http://schemas.microsoft.com/office/drawing/2014/main" id="{C6322365-22DE-1C15-67C5-F6A759B58BA7}"/>
              </a:ext>
            </a:extLst>
          </p:cNvPr>
          <p:cNvSpPr/>
          <p:nvPr/>
        </p:nvSpPr>
        <p:spPr>
          <a:xfrm>
            <a:off x="5047488" y="1655064"/>
            <a:ext cx="4297680" cy="347472"/>
          </a:xfrm>
          <a:prstGeom prst="rect">
            <a:avLst/>
          </a:prstGeom>
          <a:noFill/>
          <a:ln/>
        </p:spPr>
        <p:txBody>
          <a:bodyPr wrap="square" lIns="0" tIns="0" rIns="0" bIns="0" rtlCol="0" anchor="ctr"/>
          <a:lstStyle/>
          <a:p>
            <a:pPr marL="0" indent="0" algn="ctr">
              <a:buNone/>
            </a:pPr>
            <a:r>
              <a:rPr lang="en-US" sz="1100" b="1" kern="0" spc="200" dirty="0">
                <a:solidFill>
                  <a:srgbClr val="B39DFF"/>
                </a:solidFill>
                <a:latin typeface="Arial Black" pitchFamily="34" charset="0"/>
                <a:ea typeface="Arial Black" pitchFamily="34" charset="-122"/>
                <a:cs typeface="Arial Black" pitchFamily="34" charset="-120"/>
              </a:rPr>
              <a:t>JOINT-COLLAB</a:t>
            </a:r>
            <a:endParaRPr lang="en-US" sz="1100" dirty="0"/>
          </a:p>
        </p:txBody>
      </p:sp>
      <p:sp>
        <p:nvSpPr>
          <p:cNvPr id="37" name="Text 13">
            <a:extLst>
              <a:ext uri="{FF2B5EF4-FFF2-40B4-BE49-F238E27FC236}">
                <a16:creationId xmlns:a16="http://schemas.microsoft.com/office/drawing/2014/main" id="{B023D866-B832-74AD-29B8-508CD0193491}"/>
              </a:ext>
            </a:extLst>
          </p:cNvPr>
          <p:cNvSpPr/>
          <p:nvPr/>
        </p:nvSpPr>
        <p:spPr>
          <a:xfrm>
            <a:off x="5157216" y="2048256"/>
            <a:ext cx="4114800" cy="914400"/>
          </a:xfrm>
          <a:prstGeom prst="rect">
            <a:avLst/>
          </a:prstGeom>
          <a:noFill/>
          <a:ln/>
        </p:spPr>
        <p:txBody>
          <a:bodyPr wrap="square" lIns="0" tIns="0" rIns="0" bIns="0" rtlCol="0" anchor="ctr"/>
          <a:lstStyle/>
          <a:p>
            <a:pPr marL="0" indent="0">
              <a:buNone/>
            </a:pPr>
            <a:r>
              <a:rPr lang="en-US" sz="1200" dirty="0">
                <a:solidFill>
                  <a:srgbClr val="C9D1D9"/>
                </a:solidFill>
                <a:latin typeface="Calibri" pitchFamily="34" charset="0"/>
                <a:ea typeface="Calibri" pitchFamily="34" charset="-122"/>
                <a:cs typeface="Calibri" pitchFamily="34" charset="-120"/>
              </a:rPr>
              <a:t>Peer agents collaborate via shared state and message passing.</a:t>
            </a:r>
            <a:endParaRPr lang="en-US" sz="1200" dirty="0"/>
          </a:p>
          <a:p>
            <a:pPr marL="0" indent="0">
              <a:buNone/>
            </a:pPr>
            <a:r>
              <a:rPr lang="en-US" sz="1200" dirty="0">
                <a:solidFill>
                  <a:srgbClr val="C9D1D9"/>
                </a:solidFill>
                <a:latin typeface="Calibri" pitchFamily="34" charset="0"/>
                <a:ea typeface="Calibri" pitchFamily="34" charset="-122"/>
                <a:cs typeface="Calibri" pitchFamily="34" charset="-120"/>
              </a:rPr>
              <a:t>Flexible, emergent problem-solving across agents.</a:t>
            </a:r>
            <a:endParaRPr lang="en-US" sz="1200" dirty="0"/>
          </a:p>
        </p:txBody>
      </p:sp>
      <p:sp>
        <p:nvSpPr>
          <p:cNvPr id="38" name="Shape 14">
            <a:extLst>
              <a:ext uri="{FF2B5EF4-FFF2-40B4-BE49-F238E27FC236}">
                <a16:creationId xmlns:a16="http://schemas.microsoft.com/office/drawing/2014/main" id="{044EAB05-A750-29CA-5590-A9E45B10F146}"/>
              </a:ext>
            </a:extLst>
          </p:cNvPr>
          <p:cNvSpPr/>
          <p:nvPr/>
        </p:nvSpPr>
        <p:spPr>
          <a:xfrm>
            <a:off x="704088" y="3191256"/>
            <a:ext cx="8686800" cy="347472"/>
          </a:xfrm>
          <a:prstGeom prst="rect">
            <a:avLst/>
          </a:prstGeom>
          <a:solidFill>
            <a:srgbClr val="7B61FF"/>
          </a:solidFill>
          <a:ln w="12700">
            <a:solidFill>
              <a:srgbClr val="7B61FF"/>
            </a:solidFill>
            <a:prstDash val="solid"/>
          </a:ln>
        </p:spPr>
      </p:sp>
      <p:sp>
        <p:nvSpPr>
          <p:cNvPr id="39" name="Text 15">
            <a:extLst>
              <a:ext uri="{FF2B5EF4-FFF2-40B4-BE49-F238E27FC236}">
                <a16:creationId xmlns:a16="http://schemas.microsoft.com/office/drawing/2014/main" id="{6BD4E95C-C77E-9A78-9E33-8A291CE81203}"/>
              </a:ext>
            </a:extLst>
          </p:cNvPr>
          <p:cNvSpPr/>
          <p:nvPr/>
        </p:nvSpPr>
        <p:spPr>
          <a:xfrm>
            <a:off x="704088" y="3191256"/>
            <a:ext cx="8686800" cy="347472"/>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Arial Black" pitchFamily="34" charset="0"/>
                <a:ea typeface="Arial Black" pitchFamily="34" charset="-122"/>
                <a:cs typeface="Arial Black" pitchFamily="34" charset="-120"/>
              </a:rPr>
              <a:t>LAB: CONTENT NEWSROOM — 3-Agent Pipeline</a:t>
            </a:r>
            <a:endParaRPr lang="en-US" sz="1200" dirty="0"/>
          </a:p>
        </p:txBody>
      </p:sp>
      <p:sp>
        <p:nvSpPr>
          <p:cNvPr id="40" name="Shape 16">
            <a:extLst>
              <a:ext uri="{FF2B5EF4-FFF2-40B4-BE49-F238E27FC236}">
                <a16:creationId xmlns:a16="http://schemas.microsoft.com/office/drawing/2014/main" id="{B7558E04-6806-C6DC-804D-B5C3B7C1ECB6}"/>
              </a:ext>
            </a:extLst>
          </p:cNvPr>
          <p:cNvSpPr/>
          <p:nvPr/>
        </p:nvSpPr>
        <p:spPr>
          <a:xfrm>
            <a:off x="841248" y="3630168"/>
            <a:ext cx="2606040" cy="1417320"/>
          </a:xfrm>
          <a:prstGeom prst="rect">
            <a:avLst/>
          </a:prstGeom>
          <a:solidFill>
            <a:srgbClr val="1C2333"/>
          </a:solidFill>
          <a:ln w="19050">
            <a:solidFill>
              <a:srgbClr val="7B61FF"/>
            </a:solidFill>
            <a:prstDash val="solid"/>
          </a:ln>
        </p:spPr>
      </p:sp>
      <p:sp>
        <p:nvSpPr>
          <p:cNvPr id="41" name="Shape 17">
            <a:extLst>
              <a:ext uri="{FF2B5EF4-FFF2-40B4-BE49-F238E27FC236}">
                <a16:creationId xmlns:a16="http://schemas.microsoft.com/office/drawing/2014/main" id="{C1663067-E60F-F57E-BC1C-96E79B12F0CA}"/>
              </a:ext>
            </a:extLst>
          </p:cNvPr>
          <p:cNvSpPr/>
          <p:nvPr/>
        </p:nvSpPr>
        <p:spPr>
          <a:xfrm>
            <a:off x="841248" y="3630168"/>
            <a:ext cx="2606040" cy="347472"/>
          </a:xfrm>
          <a:prstGeom prst="rect">
            <a:avLst/>
          </a:prstGeom>
          <a:solidFill>
            <a:srgbClr val="7B61FF"/>
          </a:solidFill>
          <a:ln w="12700">
            <a:solidFill>
              <a:srgbClr val="7B61FF"/>
            </a:solidFill>
            <a:prstDash val="solid"/>
          </a:ln>
        </p:spPr>
      </p:sp>
      <p:sp>
        <p:nvSpPr>
          <p:cNvPr id="42" name="Text 18">
            <a:extLst>
              <a:ext uri="{FF2B5EF4-FFF2-40B4-BE49-F238E27FC236}">
                <a16:creationId xmlns:a16="http://schemas.microsoft.com/office/drawing/2014/main" id="{78EB466A-C69A-BF8B-00E6-ED7BBF3207D2}"/>
              </a:ext>
            </a:extLst>
          </p:cNvPr>
          <p:cNvSpPr/>
          <p:nvPr/>
        </p:nvSpPr>
        <p:spPr>
          <a:xfrm>
            <a:off x="841248" y="3630168"/>
            <a:ext cx="260604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EDITOR</a:t>
            </a:r>
            <a:endParaRPr lang="en-US" sz="1300" dirty="0"/>
          </a:p>
        </p:txBody>
      </p:sp>
      <p:sp>
        <p:nvSpPr>
          <p:cNvPr id="43" name="Text 19">
            <a:extLst>
              <a:ext uri="{FF2B5EF4-FFF2-40B4-BE49-F238E27FC236}">
                <a16:creationId xmlns:a16="http://schemas.microsoft.com/office/drawing/2014/main" id="{245FD404-A0E2-9E13-3171-7148C3784FA5}"/>
              </a:ext>
            </a:extLst>
          </p:cNvPr>
          <p:cNvSpPr/>
          <p:nvPr/>
        </p:nvSpPr>
        <p:spPr>
          <a:xfrm>
            <a:off x="841248" y="4032504"/>
            <a:ext cx="2606040" cy="960120"/>
          </a:xfrm>
          <a:prstGeom prst="rect">
            <a:avLst/>
          </a:prstGeom>
          <a:noFill/>
          <a:ln/>
        </p:spPr>
        <p:txBody>
          <a:bodyPr wrap="square" lIns="0" tIns="0" rIns="0" bIns="0" rtlCol="0" anchor="ctr"/>
          <a:lstStyle/>
          <a:p>
            <a:pPr marL="0" indent="0" algn="ctr">
              <a:buNone/>
            </a:pPr>
            <a:r>
              <a:rPr lang="en-US" sz="1200" dirty="0">
                <a:solidFill>
                  <a:srgbClr val="C9D1D9"/>
                </a:solidFill>
                <a:latin typeface="Calibri" pitchFamily="34" charset="0"/>
                <a:ea typeface="Calibri" pitchFamily="34" charset="-122"/>
                <a:cs typeface="Calibri" pitchFamily="34" charset="-120"/>
              </a:rPr>
              <a:t>Plans workflow,</a:t>
            </a:r>
            <a:endParaRPr lang="en-US" sz="1200" dirty="0"/>
          </a:p>
          <a:p>
            <a:pPr marL="0" indent="0" algn="ctr">
              <a:buNone/>
            </a:pPr>
            <a:r>
              <a:rPr lang="en-US" sz="1200" dirty="0">
                <a:solidFill>
                  <a:srgbClr val="C9D1D9"/>
                </a:solidFill>
                <a:latin typeface="Calibri" pitchFamily="34" charset="0"/>
                <a:ea typeface="Calibri" pitchFamily="34" charset="-122"/>
                <a:cs typeface="Calibri" pitchFamily="34" charset="-120"/>
              </a:rPr>
              <a:t>assigns tasks,</a:t>
            </a:r>
            <a:endParaRPr lang="en-US" sz="1200" dirty="0"/>
          </a:p>
          <a:p>
            <a:pPr marL="0" indent="0" algn="ctr">
              <a:buNone/>
            </a:pPr>
            <a:r>
              <a:rPr lang="en-US" sz="1200" dirty="0">
                <a:solidFill>
                  <a:srgbClr val="C9D1D9"/>
                </a:solidFill>
                <a:latin typeface="Calibri" pitchFamily="34" charset="0"/>
                <a:ea typeface="Calibri" pitchFamily="34" charset="-122"/>
                <a:cs typeface="Calibri" pitchFamily="34" charset="-120"/>
              </a:rPr>
              <a:t>reviews output</a:t>
            </a:r>
            <a:endParaRPr lang="en-US" sz="1200" dirty="0"/>
          </a:p>
        </p:txBody>
      </p:sp>
      <p:sp>
        <p:nvSpPr>
          <p:cNvPr id="44" name="Text 20">
            <a:extLst>
              <a:ext uri="{FF2B5EF4-FFF2-40B4-BE49-F238E27FC236}">
                <a16:creationId xmlns:a16="http://schemas.microsoft.com/office/drawing/2014/main" id="{D1F10BD7-744C-77CD-A4DE-2CFB00CEB19F}"/>
              </a:ext>
            </a:extLst>
          </p:cNvPr>
          <p:cNvSpPr/>
          <p:nvPr/>
        </p:nvSpPr>
        <p:spPr>
          <a:xfrm>
            <a:off x="3465576" y="4105656"/>
            <a:ext cx="228600" cy="365760"/>
          </a:xfrm>
          <a:prstGeom prst="rect">
            <a:avLst/>
          </a:prstGeom>
          <a:noFill/>
          <a:ln/>
        </p:spPr>
        <p:txBody>
          <a:bodyPr wrap="square" lIns="0" tIns="0" rIns="0" bIns="0" rtlCol="0" anchor="ctr"/>
          <a:lstStyle/>
          <a:p>
            <a:pPr marL="0" indent="0" algn="ctr">
              <a:buNone/>
            </a:pPr>
            <a:r>
              <a:rPr lang="en-US" sz="1800" dirty="0">
                <a:solidFill>
                  <a:srgbClr val="8B949E"/>
                </a:solidFill>
              </a:rPr>
              <a:t>→</a:t>
            </a:r>
            <a:endParaRPr lang="en-US" sz="1800" dirty="0"/>
          </a:p>
        </p:txBody>
      </p:sp>
      <p:sp>
        <p:nvSpPr>
          <p:cNvPr id="45" name="Shape 21">
            <a:extLst>
              <a:ext uri="{FF2B5EF4-FFF2-40B4-BE49-F238E27FC236}">
                <a16:creationId xmlns:a16="http://schemas.microsoft.com/office/drawing/2014/main" id="{D4865734-0461-052C-72ED-FBE6CA779626}"/>
              </a:ext>
            </a:extLst>
          </p:cNvPr>
          <p:cNvSpPr/>
          <p:nvPr/>
        </p:nvSpPr>
        <p:spPr>
          <a:xfrm>
            <a:off x="3675888" y="3630168"/>
            <a:ext cx="2606040" cy="1417320"/>
          </a:xfrm>
          <a:prstGeom prst="rect">
            <a:avLst/>
          </a:prstGeom>
          <a:solidFill>
            <a:srgbClr val="1C2333"/>
          </a:solidFill>
          <a:ln w="19050">
            <a:solidFill>
              <a:srgbClr val="B39DFF"/>
            </a:solidFill>
            <a:prstDash val="solid"/>
          </a:ln>
        </p:spPr>
      </p:sp>
      <p:sp>
        <p:nvSpPr>
          <p:cNvPr id="46" name="Shape 22">
            <a:extLst>
              <a:ext uri="{FF2B5EF4-FFF2-40B4-BE49-F238E27FC236}">
                <a16:creationId xmlns:a16="http://schemas.microsoft.com/office/drawing/2014/main" id="{B58359BD-F3DA-6ADD-2D28-623E7611333C}"/>
              </a:ext>
            </a:extLst>
          </p:cNvPr>
          <p:cNvSpPr/>
          <p:nvPr/>
        </p:nvSpPr>
        <p:spPr>
          <a:xfrm>
            <a:off x="3675888" y="3630168"/>
            <a:ext cx="2606040" cy="347472"/>
          </a:xfrm>
          <a:prstGeom prst="rect">
            <a:avLst/>
          </a:prstGeom>
          <a:solidFill>
            <a:srgbClr val="B39DFF"/>
          </a:solidFill>
          <a:ln w="12700">
            <a:solidFill>
              <a:srgbClr val="B39DFF"/>
            </a:solidFill>
            <a:prstDash val="solid"/>
          </a:ln>
        </p:spPr>
      </p:sp>
      <p:sp>
        <p:nvSpPr>
          <p:cNvPr id="47" name="Text 23">
            <a:extLst>
              <a:ext uri="{FF2B5EF4-FFF2-40B4-BE49-F238E27FC236}">
                <a16:creationId xmlns:a16="http://schemas.microsoft.com/office/drawing/2014/main" id="{88AE7987-9680-A4C1-62C7-39960305A87E}"/>
              </a:ext>
            </a:extLst>
          </p:cNvPr>
          <p:cNvSpPr/>
          <p:nvPr/>
        </p:nvSpPr>
        <p:spPr>
          <a:xfrm>
            <a:off x="3675888" y="3630168"/>
            <a:ext cx="2606040" cy="347472"/>
          </a:xfrm>
          <a:prstGeom prst="rect">
            <a:avLst/>
          </a:prstGeom>
          <a:noFill/>
          <a:ln/>
        </p:spPr>
        <p:txBody>
          <a:bodyPr wrap="square" lIns="0" tIns="0" rIns="0" bIns="0" rtlCol="0" anchor="ctr"/>
          <a:lstStyle/>
          <a:p>
            <a:pPr marL="0" indent="0" algn="ctr">
              <a:buNone/>
            </a:pPr>
            <a:r>
              <a:rPr lang="en-US" sz="1300" b="1" dirty="0">
                <a:solidFill>
                  <a:srgbClr val="0D1117"/>
                </a:solidFill>
                <a:latin typeface="Arial Black" pitchFamily="34" charset="0"/>
                <a:ea typeface="Arial Black" pitchFamily="34" charset="-122"/>
                <a:cs typeface="Arial Black" pitchFamily="34" charset="-120"/>
              </a:rPr>
              <a:t>RESEARCHER</a:t>
            </a:r>
            <a:endParaRPr lang="en-US" sz="1300" dirty="0"/>
          </a:p>
        </p:txBody>
      </p:sp>
      <p:sp>
        <p:nvSpPr>
          <p:cNvPr id="48" name="Text 24">
            <a:extLst>
              <a:ext uri="{FF2B5EF4-FFF2-40B4-BE49-F238E27FC236}">
                <a16:creationId xmlns:a16="http://schemas.microsoft.com/office/drawing/2014/main" id="{308E97DA-A32C-1D66-4AE7-5C01582B9D51}"/>
              </a:ext>
            </a:extLst>
          </p:cNvPr>
          <p:cNvSpPr/>
          <p:nvPr/>
        </p:nvSpPr>
        <p:spPr>
          <a:xfrm>
            <a:off x="3675888" y="4032504"/>
            <a:ext cx="2606040" cy="960120"/>
          </a:xfrm>
          <a:prstGeom prst="rect">
            <a:avLst/>
          </a:prstGeom>
          <a:noFill/>
          <a:ln/>
        </p:spPr>
        <p:txBody>
          <a:bodyPr wrap="square" lIns="0" tIns="0" rIns="0" bIns="0" rtlCol="0" anchor="ctr"/>
          <a:lstStyle/>
          <a:p>
            <a:pPr marL="0" indent="0" algn="ctr">
              <a:buNone/>
            </a:pPr>
            <a:r>
              <a:rPr lang="en-US" sz="1200" dirty="0">
                <a:solidFill>
                  <a:srgbClr val="C9D1D9"/>
                </a:solidFill>
                <a:latin typeface="Calibri" pitchFamily="34" charset="0"/>
                <a:ea typeface="Calibri" pitchFamily="34" charset="-122"/>
                <a:cs typeface="Calibri" pitchFamily="34" charset="-120"/>
              </a:rPr>
              <a:t>Gathers live data,</a:t>
            </a:r>
            <a:endParaRPr lang="en-US" sz="1200" dirty="0"/>
          </a:p>
          <a:p>
            <a:pPr marL="0" indent="0" algn="ctr">
              <a:buNone/>
            </a:pPr>
            <a:r>
              <a:rPr lang="en-US" sz="1200" dirty="0">
                <a:solidFill>
                  <a:srgbClr val="C9D1D9"/>
                </a:solidFill>
                <a:latin typeface="Calibri" pitchFamily="34" charset="0"/>
                <a:ea typeface="Calibri" pitchFamily="34" charset="-122"/>
                <a:cs typeface="Calibri" pitchFamily="34" charset="-120"/>
              </a:rPr>
              <a:t>structures findings</a:t>
            </a:r>
            <a:endParaRPr lang="en-US" sz="1200" dirty="0"/>
          </a:p>
          <a:p>
            <a:pPr marL="0" indent="0" algn="ctr">
              <a:buNone/>
            </a:pPr>
            <a:r>
              <a:rPr lang="en-US" sz="1200" dirty="0">
                <a:solidFill>
                  <a:srgbClr val="C9D1D9"/>
                </a:solidFill>
                <a:latin typeface="Calibri" pitchFamily="34" charset="0"/>
                <a:ea typeface="Calibri" pitchFamily="34" charset="-122"/>
                <a:cs typeface="Calibri" pitchFamily="34" charset="-120"/>
              </a:rPr>
              <a:t>for Writer</a:t>
            </a:r>
            <a:endParaRPr lang="en-US" sz="1200" dirty="0"/>
          </a:p>
        </p:txBody>
      </p:sp>
      <p:sp>
        <p:nvSpPr>
          <p:cNvPr id="49" name="Text 25">
            <a:extLst>
              <a:ext uri="{FF2B5EF4-FFF2-40B4-BE49-F238E27FC236}">
                <a16:creationId xmlns:a16="http://schemas.microsoft.com/office/drawing/2014/main" id="{7E8F8FC2-43CD-EE8A-BE50-CAB93371264E}"/>
              </a:ext>
            </a:extLst>
          </p:cNvPr>
          <p:cNvSpPr/>
          <p:nvPr/>
        </p:nvSpPr>
        <p:spPr>
          <a:xfrm>
            <a:off x="6300216" y="4105656"/>
            <a:ext cx="228600" cy="365760"/>
          </a:xfrm>
          <a:prstGeom prst="rect">
            <a:avLst/>
          </a:prstGeom>
          <a:noFill/>
          <a:ln/>
        </p:spPr>
        <p:txBody>
          <a:bodyPr wrap="square" lIns="0" tIns="0" rIns="0" bIns="0" rtlCol="0" anchor="ctr"/>
          <a:lstStyle/>
          <a:p>
            <a:pPr marL="0" indent="0" algn="ctr">
              <a:buNone/>
            </a:pPr>
            <a:r>
              <a:rPr lang="en-US" sz="1800" dirty="0">
                <a:solidFill>
                  <a:srgbClr val="8B949E"/>
                </a:solidFill>
              </a:rPr>
              <a:t>→</a:t>
            </a:r>
            <a:endParaRPr lang="en-US" sz="1800" dirty="0"/>
          </a:p>
        </p:txBody>
      </p:sp>
      <p:sp>
        <p:nvSpPr>
          <p:cNvPr id="50" name="Shape 26">
            <a:extLst>
              <a:ext uri="{FF2B5EF4-FFF2-40B4-BE49-F238E27FC236}">
                <a16:creationId xmlns:a16="http://schemas.microsoft.com/office/drawing/2014/main" id="{8BDF2E2D-95F4-9952-C5E8-3A8ADB28E5FD}"/>
              </a:ext>
            </a:extLst>
          </p:cNvPr>
          <p:cNvSpPr/>
          <p:nvPr/>
        </p:nvSpPr>
        <p:spPr>
          <a:xfrm>
            <a:off x="6510528" y="3630168"/>
            <a:ext cx="2606040" cy="1417320"/>
          </a:xfrm>
          <a:prstGeom prst="rect">
            <a:avLst/>
          </a:prstGeom>
          <a:solidFill>
            <a:srgbClr val="1C2333"/>
          </a:solidFill>
          <a:ln w="19050">
            <a:solidFill>
              <a:srgbClr val="0A84FF"/>
            </a:solidFill>
            <a:prstDash val="solid"/>
          </a:ln>
        </p:spPr>
      </p:sp>
      <p:sp>
        <p:nvSpPr>
          <p:cNvPr id="51" name="Shape 27">
            <a:extLst>
              <a:ext uri="{FF2B5EF4-FFF2-40B4-BE49-F238E27FC236}">
                <a16:creationId xmlns:a16="http://schemas.microsoft.com/office/drawing/2014/main" id="{428F22F4-0E41-287E-ACFC-98250E88735D}"/>
              </a:ext>
            </a:extLst>
          </p:cNvPr>
          <p:cNvSpPr/>
          <p:nvPr/>
        </p:nvSpPr>
        <p:spPr>
          <a:xfrm>
            <a:off x="6510528" y="3630168"/>
            <a:ext cx="2606040" cy="347472"/>
          </a:xfrm>
          <a:prstGeom prst="rect">
            <a:avLst/>
          </a:prstGeom>
          <a:solidFill>
            <a:srgbClr val="0A84FF"/>
          </a:solidFill>
          <a:ln w="12700">
            <a:solidFill>
              <a:srgbClr val="0A84FF"/>
            </a:solidFill>
            <a:prstDash val="solid"/>
          </a:ln>
        </p:spPr>
      </p:sp>
      <p:sp>
        <p:nvSpPr>
          <p:cNvPr id="52" name="Text 28">
            <a:extLst>
              <a:ext uri="{FF2B5EF4-FFF2-40B4-BE49-F238E27FC236}">
                <a16:creationId xmlns:a16="http://schemas.microsoft.com/office/drawing/2014/main" id="{06B06D95-A5A3-CBA9-77AE-8F73940CD149}"/>
              </a:ext>
            </a:extLst>
          </p:cNvPr>
          <p:cNvSpPr/>
          <p:nvPr/>
        </p:nvSpPr>
        <p:spPr>
          <a:xfrm>
            <a:off x="6510528" y="3630168"/>
            <a:ext cx="260604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WRITER</a:t>
            </a:r>
            <a:endParaRPr lang="en-US" sz="1300" dirty="0"/>
          </a:p>
        </p:txBody>
      </p:sp>
      <p:sp>
        <p:nvSpPr>
          <p:cNvPr id="53" name="Text 29">
            <a:extLst>
              <a:ext uri="{FF2B5EF4-FFF2-40B4-BE49-F238E27FC236}">
                <a16:creationId xmlns:a16="http://schemas.microsoft.com/office/drawing/2014/main" id="{C416C219-8038-C639-4D00-7554AA38E93A}"/>
              </a:ext>
            </a:extLst>
          </p:cNvPr>
          <p:cNvSpPr/>
          <p:nvPr/>
        </p:nvSpPr>
        <p:spPr>
          <a:xfrm>
            <a:off x="6510528" y="4032504"/>
            <a:ext cx="2606040" cy="960120"/>
          </a:xfrm>
          <a:prstGeom prst="rect">
            <a:avLst/>
          </a:prstGeom>
          <a:noFill/>
          <a:ln/>
        </p:spPr>
        <p:txBody>
          <a:bodyPr wrap="square" lIns="0" tIns="0" rIns="0" bIns="0" rtlCol="0" anchor="ctr"/>
          <a:lstStyle/>
          <a:p>
            <a:pPr marL="0" indent="0" algn="ctr">
              <a:buNone/>
            </a:pPr>
            <a:r>
              <a:rPr lang="en-US" sz="1200" dirty="0">
                <a:solidFill>
                  <a:srgbClr val="C9D1D9"/>
                </a:solidFill>
                <a:latin typeface="Calibri" pitchFamily="34" charset="0"/>
                <a:ea typeface="Calibri" pitchFamily="34" charset="-122"/>
                <a:cs typeface="Calibri" pitchFamily="34" charset="-120"/>
              </a:rPr>
              <a:t>Generates polished</a:t>
            </a:r>
            <a:endParaRPr lang="en-US" sz="1200" dirty="0"/>
          </a:p>
          <a:p>
            <a:pPr marL="0" indent="0" algn="ctr">
              <a:buNone/>
            </a:pPr>
            <a:r>
              <a:rPr lang="en-US" sz="1200" dirty="0">
                <a:solidFill>
                  <a:srgbClr val="C9D1D9"/>
                </a:solidFill>
                <a:latin typeface="Calibri" pitchFamily="34" charset="0"/>
                <a:ea typeface="Calibri" pitchFamily="34" charset="-122"/>
                <a:cs typeface="Calibri" pitchFamily="34" charset="-120"/>
              </a:rPr>
              <a:t>content, responds</a:t>
            </a:r>
            <a:endParaRPr lang="en-US" sz="1200" dirty="0"/>
          </a:p>
          <a:p>
            <a:pPr marL="0" indent="0" algn="ctr">
              <a:buNone/>
            </a:pPr>
            <a:r>
              <a:rPr lang="en-US" sz="1200" dirty="0">
                <a:solidFill>
                  <a:srgbClr val="C9D1D9"/>
                </a:solidFill>
                <a:latin typeface="Calibri" pitchFamily="34" charset="0"/>
                <a:ea typeface="Calibri" pitchFamily="34" charset="-122"/>
                <a:cs typeface="Calibri" pitchFamily="34" charset="-120"/>
              </a:rPr>
              <a:t>to feedback</a:t>
            </a:r>
            <a:endParaRPr lang="en-US" sz="1200" dirty="0"/>
          </a:p>
        </p:txBody>
      </p:sp>
      <p:sp>
        <p:nvSpPr>
          <p:cNvPr id="54" name="Shape 30">
            <a:extLst>
              <a:ext uri="{FF2B5EF4-FFF2-40B4-BE49-F238E27FC236}">
                <a16:creationId xmlns:a16="http://schemas.microsoft.com/office/drawing/2014/main" id="{247643B6-031F-3CDE-7B73-C3E8F2BECCC2}"/>
              </a:ext>
            </a:extLst>
          </p:cNvPr>
          <p:cNvSpPr/>
          <p:nvPr/>
        </p:nvSpPr>
        <p:spPr>
          <a:xfrm>
            <a:off x="704088" y="5111496"/>
            <a:ext cx="8686800" cy="475488"/>
          </a:xfrm>
          <a:prstGeom prst="rect">
            <a:avLst/>
          </a:prstGeom>
          <a:solidFill>
            <a:srgbClr val="1A0A30"/>
          </a:solidFill>
          <a:ln w="12700">
            <a:solidFill>
              <a:srgbClr val="7B61FF"/>
            </a:solidFill>
            <a:prstDash val="solid"/>
          </a:ln>
        </p:spPr>
      </p:sp>
      <p:sp>
        <p:nvSpPr>
          <p:cNvPr id="55" name="Text 31">
            <a:extLst>
              <a:ext uri="{FF2B5EF4-FFF2-40B4-BE49-F238E27FC236}">
                <a16:creationId xmlns:a16="http://schemas.microsoft.com/office/drawing/2014/main" id="{D7B05D49-6AE1-A7EC-D3F7-7D963F4FFC60}"/>
              </a:ext>
            </a:extLst>
          </p:cNvPr>
          <p:cNvSpPr/>
          <p:nvPr/>
        </p:nvSpPr>
        <p:spPr>
          <a:xfrm>
            <a:off x="886968" y="5111496"/>
            <a:ext cx="8321040" cy="475488"/>
          </a:xfrm>
          <a:prstGeom prst="rect">
            <a:avLst/>
          </a:prstGeom>
          <a:noFill/>
          <a:ln/>
        </p:spPr>
        <p:txBody>
          <a:bodyPr wrap="square" lIns="0" tIns="0" rIns="0" bIns="0" rtlCol="0" anchor="ctr"/>
          <a:lstStyle/>
          <a:p>
            <a:pPr marL="0" indent="0">
              <a:buNone/>
            </a:pPr>
            <a:r>
              <a:rPr lang="en-US" sz="1200" dirty="0">
                <a:solidFill>
                  <a:srgbClr val="C9D1D9"/>
                </a:solidFill>
                <a:latin typeface="Calibri" pitchFamily="34" charset="0"/>
                <a:ea typeface="Calibri" pitchFamily="34" charset="-122"/>
                <a:cs typeface="Calibri" pitchFamily="34" charset="-120"/>
              </a:rPr>
              <a:t>🎯  KEY OUTCOME:  Manage complex workflows where agents communicate to solve multi-step goals.</a:t>
            </a:r>
            <a:endParaRPr lang="en-US" sz="1200" dirty="0"/>
          </a:p>
        </p:txBody>
      </p:sp>
    </p:spTree>
    <p:extLst>
      <p:ext uri="{BB962C8B-B14F-4D97-AF65-F5344CB8AC3E}">
        <p14:creationId xmlns:p14="http://schemas.microsoft.com/office/powerpoint/2010/main" val="2728449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BB20271-735D-BCD9-FB7B-9DEE2C83F3A1}"/>
              </a:ext>
            </a:extLst>
          </p:cNvPr>
          <p:cNvSpPr/>
          <p:nvPr/>
        </p:nvSpPr>
        <p:spPr>
          <a:xfrm>
            <a:off x="649224" y="493776"/>
            <a:ext cx="9144000" cy="64008"/>
          </a:xfrm>
          <a:prstGeom prst="rect">
            <a:avLst/>
          </a:prstGeom>
          <a:solidFill>
            <a:srgbClr val="00C6FF"/>
          </a:solidFill>
          <a:ln w="12700">
            <a:solidFill>
              <a:srgbClr val="00C6FF"/>
            </a:solidFill>
            <a:prstDash val="solid"/>
          </a:ln>
        </p:spPr>
      </p:sp>
      <p:sp>
        <p:nvSpPr>
          <p:cNvPr id="3" name="Shape 1">
            <a:extLst>
              <a:ext uri="{FF2B5EF4-FFF2-40B4-BE49-F238E27FC236}">
                <a16:creationId xmlns:a16="http://schemas.microsoft.com/office/drawing/2014/main" id="{818DBF45-F2C4-FF8F-7C6B-D4C844B70EA3}"/>
              </a:ext>
            </a:extLst>
          </p:cNvPr>
          <p:cNvSpPr/>
          <p:nvPr/>
        </p:nvSpPr>
        <p:spPr>
          <a:xfrm>
            <a:off x="649224" y="557784"/>
            <a:ext cx="54864" cy="5079492"/>
          </a:xfrm>
          <a:prstGeom prst="rect">
            <a:avLst/>
          </a:prstGeom>
          <a:solidFill>
            <a:srgbClr val="00C6FF"/>
          </a:solidFill>
          <a:ln w="12700">
            <a:solidFill>
              <a:srgbClr val="00C6FF"/>
            </a:solidFill>
            <a:prstDash val="solid"/>
          </a:ln>
        </p:spPr>
      </p:sp>
      <p:sp>
        <p:nvSpPr>
          <p:cNvPr id="5" name="Shape 2">
            <a:extLst>
              <a:ext uri="{FF2B5EF4-FFF2-40B4-BE49-F238E27FC236}">
                <a16:creationId xmlns:a16="http://schemas.microsoft.com/office/drawing/2014/main" id="{726E204E-B18E-3E20-CBF1-091F4761BD00}"/>
              </a:ext>
            </a:extLst>
          </p:cNvPr>
          <p:cNvSpPr/>
          <p:nvPr/>
        </p:nvSpPr>
        <p:spPr>
          <a:xfrm>
            <a:off x="877824" y="658368"/>
            <a:ext cx="1097280" cy="475488"/>
          </a:xfrm>
          <a:prstGeom prst="rect">
            <a:avLst/>
          </a:prstGeom>
          <a:solidFill>
            <a:srgbClr val="00C6FF"/>
          </a:solidFill>
          <a:ln w="12700">
            <a:solidFill>
              <a:srgbClr val="00C6FF"/>
            </a:solidFill>
            <a:prstDash val="solid"/>
          </a:ln>
        </p:spPr>
      </p:sp>
      <p:sp>
        <p:nvSpPr>
          <p:cNvPr id="6" name="Text 3">
            <a:extLst>
              <a:ext uri="{FF2B5EF4-FFF2-40B4-BE49-F238E27FC236}">
                <a16:creationId xmlns:a16="http://schemas.microsoft.com/office/drawing/2014/main" id="{11D54D02-9FC8-5131-C343-7A2E8A94B848}"/>
              </a:ext>
            </a:extLst>
          </p:cNvPr>
          <p:cNvSpPr/>
          <p:nvPr/>
        </p:nvSpPr>
        <p:spPr>
          <a:xfrm>
            <a:off x="877824" y="658368"/>
            <a:ext cx="1097280" cy="475488"/>
          </a:xfrm>
          <a:prstGeom prst="rect">
            <a:avLst/>
          </a:prstGeom>
          <a:noFill/>
          <a:ln/>
        </p:spPr>
        <p:txBody>
          <a:bodyPr wrap="square" lIns="0" tIns="0" rIns="0" bIns="0" rtlCol="0" anchor="ctr"/>
          <a:lstStyle/>
          <a:p>
            <a:pPr marL="0" indent="0" algn="ctr">
              <a:buNone/>
            </a:pPr>
            <a:r>
              <a:rPr lang="en-US" sz="1200" b="1" dirty="0">
                <a:solidFill>
                  <a:srgbClr val="0D1117"/>
                </a:solidFill>
                <a:latin typeface="Arial Black" pitchFamily="34" charset="0"/>
                <a:ea typeface="Arial Black" pitchFamily="34" charset="-122"/>
                <a:cs typeface="Arial Black" pitchFamily="34" charset="-120"/>
              </a:rPr>
              <a:t>WEEK 3</a:t>
            </a:r>
            <a:endParaRPr lang="en-US" sz="1200" dirty="0"/>
          </a:p>
        </p:txBody>
      </p:sp>
      <p:sp>
        <p:nvSpPr>
          <p:cNvPr id="7" name="Text 4">
            <a:extLst>
              <a:ext uri="{FF2B5EF4-FFF2-40B4-BE49-F238E27FC236}">
                <a16:creationId xmlns:a16="http://schemas.microsoft.com/office/drawing/2014/main" id="{7306E400-E357-F247-ABAB-4C555B1F32CD}"/>
              </a:ext>
            </a:extLst>
          </p:cNvPr>
          <p:cNvSpPr/>
          <p:nvPr/>
        </p:nvSpPr>
        <p:spPr>
          <a:xfrm>
            <a:off x="2112264" y="658368"/>
            <a:ext cx="7315200" cy="475488"/>
          </a:xfrm>
          <a:prstGeom prst="rect">
            <a:avLst/>
          </a:prstGeom>
          <a:noFill/>
          <a:ln/>
        </p:spPr>
        <p:txBody>
          <a:bodyPr wrap="square" lIns="0" tIns="0" rIns="0" bIns="0" rtlCol="0" anchor="ctr"/>
          <a:lstStyle/>
          <a:p>
            <a:pPr marL="0" indent="0">
              <a:buNone/>
            </a:pPr>
            <a:r>
              <a:rPr lang="en-US" sz="2200" b="1" dirty="0">
                <a:latin typeface="Arial Black" pitchFamily="34" charset="0"/>
                <a:ea typeface="Arial Black" pitchFamily="34" charset="-122"/>
                <a:cs typeface="Arial Black" pitchFamily="34" charset="-120"/>
              </a:rPr>
              <a:t>Advanced RAG &amp; Memory</a:t>
            </a:r>
            <a:endParaRPr lang="en-US" sz="2200" dirty="0"/>
          </a:p>
        </p:txBody>
      </p:sp>
      <p:sp>
        <p:nvSpPr>
          <p:cNvPr id="8" name="Text 5">
            <a:extLst>
              <a:ext uri="{FF2B5EF4-FFF2-40B4-BE49-F238E27FC236}">
                <a16:creationId xmlns:a16="http://schemas.microsoft.com/office/drawing/2014/main" id="{CC1BA2F6-EF39-7E1E-57B9-5A06AF241A16}"/>
              </a:ext>
            </a:extLst>
          </p:cNvPr>
          <p:cNvSpPr/>
          <p:nvPr/>
        </p:nvSpPr>
        <p:spPr>
          <a:xfrm>
            <a:off x="877824" y="1225296"/>
            <a:ext cx="8686800" cy="292608"/>
          </a:xfrm>
          <a:prstGeom prst="rect">
            <a:avLst/>
          </a:prstGeom>
          <a:noFill/>
          <a:ln/>
        </p:spPr>
        <p:txBody>
          <a:bodyPr wrap="square" lIns="0" tIns="0" rIns="0" bIns="0" rtlCol="0" anchor="ctr"/>
          <a:lstStyle/>
          <a:p>
            <a:pPr marL="0" indent="0">
              <a:buNone/>
            </a:pPr>
            <a:r>
              <a:rPr lang="en-US" sz="1200" i="1" dirty="0">
                <a:solidFill>
                  <a:srgbClr val="00C6FF"/>
                </a:solidFill>
                <a:latin typeface="Calibri" pitchFamily="34" charset="0"/>
                <a:ea typeface="Calibri" pitchFamily="34" charset="-122"/>
                <a:cs typeface="Calibri" pitchFamily="34" charset="-120"/>
              </a:rPr>
              <a:t>Giving agents a long-term brain, domain expertise and the ability to resume after failure</a:t>
            </a:r>
            <a:endParaRPr lang="en-US" sz="1200" dirty="0"/>
          </a:p>
        </p:txBody>
      </p:sp>
      <p:sp>
        <p:nvSpPr>
          <p:cNvPr id="9" name="Shape 6">
            <a:extLst>
              <a:ext uri="{FF2B5EF4-FFF2-40B4-BE49-F238E27FC236}">
                <a16:creationId xmlns:a16="http://schemas.microsoft.com/office/drawing/2014/main" id="{37C5D2AC-FC39-70BB-C1E4-FCC7ADBEBA07}"/>
              </a:ext>
            </a:extLst>
          </p:cNvPr>
          <p:cNvSpPr/>
          <p:nvPr/>
        </p:nvSpPr>
        <p:spPr>
          <a:xfrm>
            <a:off x="877824" y="1609344"/>
            <a:ext cx="2788920" cy="3246120"/>
          </a:xfrm>
          <a:prstGeom prst="rect">
            <a:avLst/>
          </a:prstGeom>
          <a:solidFill>
            <a:schemeClr val="tx2">
              <a:lumMod val="75000"/>
            </a:schemeClr>
          </a:solidFill>
          <a:ln w="19050">
            <a:solidFill>
              <a:srgbClr val="00C6FF"/>
            </a:solidFill>
            <a:prstDash val="solid"/>
          </a:ln>
        </p:spPr>
      </p:sp>
      <p:sp>
        <p:nvSpPr>
          <p:cNvPr id="10" name="Shape 7">
            <a:extLst>
              <a:ext uri="{FF2B5EF4-FFF2-40B4-BE49-F238E27FC236}">
                <a16:creationId xmlns:a16="http://schemas.microsoft.com/office/drawing/2014/main" id="{635D567C-782D-09FE-7155-BCC69EB4F374}"/>
              </a:ext>
            </a:extLst>
          </p:cNvPr>
          <p:cNvSpPr/>
          <p:nvPr/>
        </p:nvSpPr>
        <p:spPr>
          <a:xfrm>
            <a:off x="877824" y="1609344"/>
            <a:ext cx="2788920" cy="54864"/>
          </a:xfrm>
          <a:prstGeom prst="rect">
            <a:avLst/>
          </a:prstGeom>
          <a:solidFill>
            <a:srgbClr val="00C6FF"/>
          </a:solidFill>
          <a:ln w="12700">
            <a:solidFill>
              <a:srgbClr val="00C6FF"/>
            </a:solidFill>
            <a:prstDash val="solid"/>
          </a:ln>
        </p:spPr>
      </p:sp>
      <p:sp>
        <p:nvSpPr>
          <p:cNvPr id="11" name="Text 8">
            <a:extLst>
              <a:ext uri="{FF2B5EF4-FFF2-40B4-BE49-F238E27FC236}">
                <a16:creationId xmlns:a16="http://schemas.microsoft.com/office/drawing/2014/main" id="{F542958C-8DFC-1E5F-16CE-4EB149B1A9D3}"/>
              </a:ext>
            </a:extLst>
          </p:cNvPr>
          <p:cNvSpPr/>
          <p:nvPr/>
        </p:nvSpPr>
        <p:spPr>
          <a:xfrm>
            <a:off x="877824" y="1682496"/>
            <a:ext cx="2788920" cy="502920"/>
          </a:xfrm>
          <a:prstGeom prst="rect">
            <a:avLst/>
          </a:prstGeom>
          <a:noFill/>
          <a:ln/>
        </p:spPr>
        <p:txBody>
          <a:bodyPr wrap="square" lIns="0" tIns="0" rIns="0" bIns="0" rtlCol="0" anchor="ctr"/>
          <a:lstStyle/>
          <a:p>
            <a:pPr marL="0" indent="0" algn="ctr">
              <a:buNone/>
            </a:pPr>
            <a:r>
              <a:rPr lang="en-US" sz="1800" b="1" dirty="0">
                <a:solidFill>
                  <a:srgbClr val="00C6FF"/>
                </a:solidFill>
                <a:latin typeface="Arial Black" pitchFamily="34" charset="0"/>
                <a:ea typeface="Arial Black" pitchFamily="34" charset="-122"/>
                <a:cs typeface="Arial Black" pitchFamily="34" charset="-120"/>
              </a:rPr>
              <a:t>GraphRAG</a:t>
            </a:r>
            <a:endParaRPr lang="en-US" sz="1800" dirty="0"/>
          </a:p>
        </p:txBody>
      </p:sp>
      <p:sp>
        <p:nvSpPr>
          <p:cNvPr id="12" name="Text 9">
            <a:extLst>
              <a:ext uri="{FF2B5EF4-FFF2-40B4-BE49-F238E27FC236}">
                <a16:creationId xmlns:a16="http://schemas.microsoft.com/office/drawing/2014/main" id="{B3F66BEA-C2F7-4FB2-C75A-79E6E77CB296}"/>
              </a:ext>
            </a:extLst>
          </p:cNvPr>
          <p:cNvSpPr/>
          <p:nvPr/>
        </p:nvSpPr>
        <p:spPr>
          <a:xfrm>
            <a:off x="877824" y="2185416"/>
            <a:ext cx="2788920" cy="256032"/>
          </a:xfrm>
          <a:prstGeom prst="rect">
            <a:avLst/>
          </a:prstGeom>
          <a:noFill/>
          <a:ln/>
        </p:spPr>
        <p:txBody>
          <a:bodyPr wrap="square" lIns="0" tIns="0" rIns="0" bIns="0" rtlCol="0" anchor="ctr"/>
          <a:lstStyle/>
          <a:p>
            <a:pPr marL="0" indent="0" algn="ctr">
              <a:buNone/>
            </a:pPr>
            <a:r>
              <a:rPr lang="en-US" sz="1100" i="1" dirty="0">
                <a:solidFill>
                  <a:srgbClr val="8B949E"/>
                </a:solidFill>
                <a:latin typeface="Calibri" pitchFamily="34" charset="0"/>
                <a:ea typeface="Calibri" pitchFamily="34" charset="-122"/>
                <a:cs typeface="Calibri" pitchFamily="34" charset="-120"/>
              </a:rPr>
              <a:t>Knowledge Graphs</a:t>
            </a:r>
            <a:endParaRPr lang="en-US" sz="1100" dirty="0"/>
          </a:p>
        </p:txBody>
      </p:sp>
      <p:sp>
        <p:nvSpPr>
          <p:cNvPr id="13" name="Shape 10">
            <a:extLst>
              <a:ext uri="{FF2B5EF4-FFF2-40B4-BE49-F238E27FC236}">
                <a16:creationId xmlns:a16="http://schemas.microsoft.com/office/drawing/2014/main" id="{F0CA5B93-6F4A-955C-1A43-52F356B8CAFB}"/>
              </a:ext>
            </a:extLst>
          </p:cNvPr>
          <p:cNvSpPr/>
          <p:nvPr/>
        </p:nvSpPr>
        <p:spPr>
          <a:xfrm>
            <a:off x="1152144" y="2478024"/>
            <a:ext cx="2240280" cy="27432"/>
          </a:xfrm>
          <a:prstGeom prst="rect">
            <a:avLst/>
          </a:prstGeom>
          <a:solidFill>
            <a:srgbClr val="1C2333"/>
          </a:solidFill>
          <a:ln w="12700">
            <a:solidFill>
              <a:srgbClr val="1C2333"/>
            </a:solidFill>
            <a:prstDash val="solid"/>
          </a:ln>
        </p:spPr>
      </p:sp>
      <p:sp>
        <p:nvSpPr>
          <p:cNvPr id="14" name="Text 11">
            <a:extLst>
              <a:ext uri="{FF2B5EF4-FFF2-40B4-BE49-F238E27FC236}">
                <a16:creationId xmlns:a16="http://schemas.microsoft.com/office/drawing/2014/main" id="{80E67484-4DFC-5C28-F80C-C71A754A038D}"/>
              </a:ext>
            </a:extLst>
          </p:cNvPr>
          <p:cNvSpPr/>
          <p:nvPr/>
        </p:nvSpPr>
        <p:spPr>
          <a:xfrm>
            <a:off x="969264" y="2551176"/>
            <a:ext cx="2606040" cy="1737360"/>
          </a:xfrm>
          <a:prstGeom prst="rect">
            <a:avLst/>
          </a:prstGeom>
          <a:noFill/>
          <a:ln/>
        </p:spPr>
        <p:txBody>
          <a:bodyPr wrap="square" lIns="0" tIns="0" rIns="0" bIns="0" rtlCol="0" anchor="ctr"/>
          <a:lstStyle/>
          <a:p>
            <a:pPr marL="0" indent="0" algn="ctr">
              <a:buNone/>
            </a:pPr>
            <a:r>
              <a:rPr lang="en-US" sz="1100" dirty="0">
                <a:solidFill>
                  <a:srgbClr val="C9D1D9"/>
                </a:solidFill>
                <a:latin typeface="Calibri" pitchFamily="34" charset="0"/>
                <a:ea typeface="Calibri" pitchFamily="34" charset="-122"/>
                <a:cs typeface="Calibri" pitchFamily="34" charset="-120"/>
              </a:rPr>
              <a:t>Neo4j-powered graph structures capture entity relationships for deep, contextual, multi-hop retrieval — reducing hallucinations significantly.</a:t>
            </a:r>
            <a:endParaRPr lang="en-US" sz="1100" dirty="0"/>
          </a:p>
        </p:txBody>
      </p:sp>
      <p:sp>
        <p:nvSpPr>
          <p:cNvPr id="15" name="Shape 12">
            <a:extLst>
              <a:ext uri="{FF2B5EF4-FFF2-40B4-BE49-F238E27FC236}">
                <a16:creationId xmlns:a16="http://schemas.microsoft.com/office/drawing/2014/main" id="{FE8E03CB-8FD4-5C5E-C08B-FF79396E7F43}"/>
              </a:ext>
            </a:extLst>
          </p:cNvPr>
          <p:cNvSpPr/>
          <p:nvPr/>
        </p:nvSpPr>
        <p:spPr>
          <a:xfrm>
            <a:off x="1472184" y="4608576"/>
            <a:ext cx="1600200" cy="292608"/>
          </a:xfrm>
          <a:prstGeom prst="rect">
            <a:avLst/>
          </a:prstGeom>
          <a:solidFill>
            <a:srgbClr val="1C2333"/>
          </a:solidFill>
          <a:ln w="12700">
            <a:solidFill>
              <a:srgbClr val="00C6FF"/>
            </a:solidFill>
            <a:prstDash val="solid"/>
          </a:ln>
        </p:spPr>
      </p:sp>
      <p:sp>
        <p:nvSpPr>
          <p:cNvPr id="16" name="Text 13">
            <a:extLst>
              <a:ext uri="{FF2B5EF4-FFF2-40B4-BE49-F238E27FC236}">
                <a16:creationId xmlns:a16="http://schemas.microsoft.com/office/drawing/2014/main" id="{3921B907-BE72-B8F5-2A15-9504AFCD9220}"/>
              </a:ext>
            </a:extLst>
          </p:cNvPr>
          <p:cNvSpPr/>
          <p:nvPr/>
        </p:nvSpPr>
        <p:spPr>
          <a:xfrm>
            <a:off x="1472184" y="4608576"/>
            <a:ext cx="1600200" cy="292608"/>
          </a:xfrm>
          <a:prstGeom prst="rect">
            <a:avLst/>
          </a:prstGeom>
          <a:noFill/>
          <a:ln/>
        </p:spPr>
        <p:txBody>
          <a:bodyPr wrap="square" lIns="0" tIns="0" rIns="0" bIns="0" rtlCol="0" anchor="ctr"/>
          <a:lstStyle/>
          <a:p>
            <a:pPr marL="0" indent="0" algn="ctr">
              <a:buNone/>
            </a:pPr>
            <a:r>
              <a:rPr lang="en-US" sz="1000" dirty="0">
                <a:solidFill>
                  <a:srgbClr val="00C6FF"/>
                </a:solidFill>
                <a:latin typeface="Calibri" pitchFamily="34" charset="0"/>
                <a:ea typeface="Calibri" pitchFamily="34" charset="-122"/>
                <a:cs typeface="Calibri" pitchFamily="34" charset="-120"/>
              </a:rPr>
              <a:t>⚙  Neo4j</a:t>
            </a:r>
            <a:endParaRPr lang="en-US" sz="1000" dirty="0"/>
          </a:p>
        </p:txBody>
      </p:sp>
      <p:sp>
        <p:nvSpPr>
          <p:cNvPr id="17" name="Shape 14">
            <a:extLst>
              <a:ext uri="{FF2B5EF4-FFF2-40B4-BE49-F238E27FC236}">
                <a16:creationId xmlns:a16="http://schemas.microsoft.com/office/drawing/2014/main" id="{78F600D4-EE48-14E5-73C5-CC096BEC162D}"/>
              </a:ext>
            </a:extLst>
          </p:cNvPr>
          <p:cNvSpPr/>
          <p:nvPr/>
        </p:nvSpPr>
        <p:spPr>
          <a:xfrm>
            <a:off x="3849624" y="1609344"/>
            <a:ext cx="2788920" cy="3246120"/>
          </a:xfrm>
          <a:prstGeom prst="rect">
            <a:avLst/>
          </a:prstGeom>
          <a:solidFill>
            <a:schemeClr val="tx2">
              <a:lumMod val="75000"/>
            </a:schemeClr>
          </a:solidFill>
          <a:ln w="19050">
            <a:solidFill>
              <a:srgbClr val="00E5C7"/>
            </a:solidFill>
            <a:prstDash val="solid"/>
          </a:ln>
        </p:spPr>
      </p:sp>
      <p:sp>
        <p:nvSpPr>
          <p:cNvPr id="18" name="Shape 15">
            <a:extLst>
              <a:ext uri="{FF2B5EF4-FFF2-40B4-BE49-F238E27FC236}">
                <a16:creationId xmlns:a16="http://schemas.microsoft.com/office/drawing/2014/main" id="{62368160-F639-D85A-7F84-16D8D739CC0F}"/>
              </a:ext>
            </a:extLst>
          </p:cNvPr>
          <p:cNvSpPr/>
          <p:nvPr/>
        </p:nvSpPr>
        <p:spPr>
          <a:xfrm>
            <a:off x="3849624" y="1609344"/>
            <a:ext cx="2788920" cy="54864"/>
          </a:xfrm>
          <a:prstGeom prst="rect">
            <a:avLst/>
          </a:prstGeom>
          <a:solidFill>
            <a:srgbClr val="00E5C7"/>
          </a:solidFill>
          <a:ln w="12700">
            <a:solidFill>
              <a:srgbClr val="00E5C7"/>
            </a:solidFill>
            <a:prstDash val="solid"/>
          </a:ln>
        </p:spPr>
      </p:sp>
      <p:sp>
        <p:nvSpPr>
          <p:cNvPr id="19" name="Text 16">
            <a:extLst>
              <a:ext uri="{FF2B5EF4-FFF2-40B4-BE49-F238E27FC236}">
                <a16:creationId xmlns:a16="http://schemas.microsoft.com/office/drawing/2014/main" id="{1808FF18-DBBA-2919-B695-7664C1016E38}"/>
              </a:ext>
            </a:extLst>
          </p:cNvPr>
          <p:cNvSpPr/>
          <p:nvPr/>
        </p:nvSpPr>
        <p:spPr>
          <a:xfrm>
            <a:off x="3849624" y="1682496"/>
            <a:ext cx="2788920" cy="502920"/>
          </a:xfrm>
          <a:prstGeom prst="rect">
            <a:avLst/>
          </a:prstGeom>
          <a:noFill/>
          <a:ln/>
        </p:spPr>
        <p:txBody>
          <a:bodyPr wrap="square" lIns="0" tIns="0" rIns="0" bIns="0" rtlCol="0" anchor="ctr"/>
          <a:lstStyle/>
          <a:p>
            <a:pPr marL="0" indent="0" algn="ctr">
              <a:buNone/>
            </a:pPr>
            <a:r>
              <a:rPr lang="en-US" sz="1800" b="1" dirty="0">
                <a:solidFill>
                  <a:srgbClr val="00E5C7"/>
                </a:solidFill>
                <a:latin typeface="Arial Black" pitchFamily="34" charset="0"/>
                <a:ea typeface="Arial Black" pitchFamily="34" charset="-122"/>
                <a:cs typeface="Arial Black" pitchFamily="34" charset="-120"/>
              </a:rPr>
              <a:t>Semantic Cache</a:t>
            </a:r>
            <a:endParaRPr lang="en-US" sz="1800" dirty="0"/>
          </a:p>
        </p:txBody>
      </p:sp>
      <p:sp>
        <p:nvSpPr>
          <p:cNvPr id="20" name="Text 17">
            <a:extLst>
              <a:ext uri="{FF2B5EF4-FFF2-40B4-BE49-F238E27FC236}">
                <a16:creationId xmlns:a16="http://schemas.microsoft.com/office/drawing/2014/main" id="{01DF2060-5D2A-D997-31BA-21EDCD78C014}"/>
              </a:ext>
            </a:extLst>
          </p:cNvPr>
          <p:cNvSpPr/>
          <p:nvPr/>
        </p:nvSpPr>
        <p:spPr>
          <a:xfrm>
            <a:off x="3849624" y="2185416"/>
            <a:ext cx="2788920" cy="256032"/>
          </a:xfrm>
          <a:prstGeom prst="rect">
            <a:avLst/>
          </a:prstGeom>
          <a:noFill/>
          <a:ln/>
        </p:spPr>
        <p:txBody>
          <a:bodyPr wrap="square" lIns="0" tIns="0" rIns="0" bIns="0" rtlCol="0" anchor="ctr"/>
          <a:lstStyle/>
          <a:p>
            <a:pPr marL="0" indent="0" algn="ctr">
              <a:buNone/>
            </a:pPr>
            <a:r>
              <a:rPr lang="en-US" sz="1100" i="1" dirty="0">
                <a:solidFill>
                  <a:srgbClr val="8B949E"/>
                </a:solidFill>
                <a:latin typeface="Calibri" pitchFamily="34" charset="0"/>
                <a:ea typeface="Calibri" pitchFamily="34" charset="-122"/>
                <a:cs typeface="Calibri" pitchFamily="34" charset="-120"/>
              </a:rPr>
              <a:t>Smart Recall</a:t>
            </a:r>
            <a:endParaRPr lang="en-US" sz="1100" dirty="0"/>
          </a:p>
        </p:txBody>
      </p:sp>
      <p:sp>
        <p:nvSpPr>
          <p:cNvPr id="21" name="Shape 18">
            <a:extLst>
              <a:ext uri="{FF2B5EF4-FFF2-40B4-BE49-F238E27FC236}">
                <a16:creationId xmlns:a16="http://schemas.microsoft.com/office/drawing/2014/main" id="{F82DC554-5EEE-15A4-73D4-4C16A2A643DF}"/>
              </a:ext>
            </a:extLst>
          </p:cNvPr>
          <p:cNvSpPr/>
          <p:nvPr/>
        </p:nvSpPr>
        <p:spPr>
          <a:xfrm>
            <a:off x="4123944" y="2478024"/>
            <a:ext cx="2240280" cy="27432"/>
          </a:xfrm>
          <a:prstGeom prst="rect">
            <a:avLst/>
          </a:prstGeom>
          <a:solidFill>
            <a:srgbClr val="1C2333"/>
          </a:solidFill>
          <a:ln w="12700">
            <a:solidFill>
              <a:srgbClr val="1C2333"/>
            </a:solidFill>
            <a:prstDash val="solid"/>
          </a:ln>
        </p:spPr>
      </p:sp>
      <p:sp>
        <p:nvSpPr>
          <p:cNvPr id="22" name="Text 19">
            <a:extLst>
              <a:ext uri="{FF2B5EF4-FFF2-40B4-BE49-F238E27FC236}">
                <a16:creationId xmlns:a16="http://schemas.microsoft.com/office/drawing/2014/main" id="{34475048-5AD7-F678-B504-BF8BB4551689}"/>
              </a:ext>
            </a:extLst>
          </p:cNvPr>
          <p:cNvSpPr/>
          <p:nvPr/>
        </p:nvSpPr>
        <p:spPr>
          <a:xfrm>
            <a:off x="3941064" y="2551176"/>
            <a:ext cx="2606040" cy="1737360"/>
          </a:xfrm>
          <a:prstGeom prst="rect">
            <a:avLst/>
          </a:prstGeom>
          <a:noFill/>
          <a:ln/>
        </p:spPr>
        <p:txBody>
          <a:bodyPr wrap="square" lIns="0" tIns="0" rIns="0" bIns="0" rtlCol="0" anchor="ctr"/>
          <a:lstStyle/>
          <a:p>
            <a:pPr marL="0" indent="0" algn="ctr">
              <a:buNone/>
            </a:pPr>
            <a:r>
              <a:rPr lang="en-US" sz="1100" dirty="0">
                <a:solidFill>
                  <a:srgbClr val="C9D1D9"/>
                </a:solidFill>
                <a:latin typeface="Calibri" pitchFamily="34" charset="0"/>
                <a:ea typeface="Calibri" pitchFamily="34" charset="-122"/>
                <a:cs typeface="Calibri" pitchFamily="34" charset="-120"/>
              </a:rPr>
              <a:t>Avoid redundant LLM calls by caching semantically similar queries using vector similarity — faster responses, lower API costs.</a:t>
            </a:r>
            <a:endParaRPr lang="en-US" sz="1100" dirty="0"/>
          </a:p>
        </p:txBody>
      </p:sp>
      <p:sp>
        <p:nvSpPr>
          <p:cNvPr id="23" name="Shape 20">
            <a:extLst>
              <a:ext uri="{FF2B5EF4-FFF2-40B4-BE49-F238E27FC236}">
                <a16:creationId xmlns:a16="http://schemas.microsoft.com/office/drawing/2014/main" id="{4B4413DB-DA5E-FB18-D132-71619BCCB008}"/>
              </a:ext>
            </a:extLst>
          </p:cNvPr>
          <p:cNvSpPr/>
          <p:nvPr/>
        </p:nvSpPr>
        <p:spPr>
          <a:xfrm>
            <a:off x="4443984" y="4608576"/>
            <a:ext cx="1600200" cy="292608"/>
          </a:xfrm>
          <a:prstGeom prst="rect">
            <a:avLst/>
          </a:prstGeom>
          <a:solidFill>
            <a:srgbClr val="1C2333"/>
          </a:solidFill>
          <a:ln w="12700">
            <a:solidFill>
              <a:srgbClr val="00E5C7"/>
            </a:solidFill>
            <a:prstDash val="solid"/>
          </a:ln>
        </p:spPr>
      </p:sp>
      <p:sp>
        <p:nvSpPr>
          <p:cNvPr id="24" name="Text 21">
            <a:extLst>
              <a:ext uri="{FF2B5EF4-FFF2-40B4-BE49-F238E27FC236}">
                <a16:creationId xmlns:a16="http://schemas.microsoft.com/office/drawing/2014/main" id="{BF3CAF4F-C406-2C1D-BD54-C29D23BB21F7}"/>
              </a:ext>
            </a:extLst>
          </p:cNvPr>
          <p:cNvSpPr/>
          <p:nvPr/>
        </p:nvSpPr>
        <p:spPr>
          <a:xfrm>
            <a:off x="4443984" y="4608576"/>
            <a:ext cx="1600200" cy="292608"/>
          </a:xfrm>
          <a:prstGeom prst="rect">
            <a:avLst/>
          </a:prstGeom>
          <a:noFill/>
          <a:ln/>
        </p:spPr>
        <p:txBody>
          <a:bodyPr wrap="square" lIns="0" tIns="0" rIns="0" bIns="0" rtlCol="0" anchor="ctr"/>
          <a:lstStyle/>
          <a:p>
            <a:pPr marL="0" indent="0" algn="ctr">
              <a:buNone/>
            </a:pPr>
            <a:r>
              <a:rPr lang="en-US" sz="1000" dirty="0">
                <a:solidFill>
                  <a:srgbClr val="00E5C7"/>
                </a:solidFill>
                <a:latin typeface="Calibri" pitchFamily="34" charset="0"/>
                <a:ea typeface="Calibri" pitchFamily="34" charset="-122"/>
                <a:cs typeface="Calibri" pitchFamily="34" charset="-120"/>
              </a:rPr>
              <a:t>⚙  Pinecone</a:t>
            </a:r>
            <a:endParaRPr lang="en-US" sz="1000" dirty="0"/>
          </a:p>
        </p:txBody>
      </p:sp>
      <p:sp>
        <p:nvSpPr>
          <p:cNvPr id="25" name="Shape 22">
            <a:extLst>
              <a:ext uri="{FF2B5EF4-FFF2-40B4-BE49-F238E27FC236}">
                <a16:creationId xmlns:a16="http://schemas.microsoft.com/office/drawing/2014/main" id="{85FAC6DF-7DC9-2C1C-0172-CCB73BFA161F}"/>
              </a:ext>
            </a:extLst>
          </p:cNvPr>
          <p:cNvSpPr/>
          <p:nvPr/>
        </p:nvSpPr>
        <p:spPr>
          <a:xfrm>
            <a:off x="6821424" y="1609344"/>
            <a:ext cx="2788920" cy="3246120"/>
          </a:xfrm>
          <a:prstGeom prst="rect">
            <a:avLst/>
          </a:prstGeom>
          <a:solidFill>
            <a:schemeClr val="tx2">
              <a:lumMod val="75000"/>
            </a:schemeClr>
          </a:solidFill>
          <a:ln w="19050">
            <a:solidFill>
              <a:srgbClr val="0A84FF"/>
            </a:solidFill>
            <a:prstDash val="solid"/>
          </a:ln>
        </p:spPr>
      </p:sp>
      <p:sp>
        <p:nvSpPr>
          <p:cNvPr id="26" name="Shape 23">
            <a:extLst>
              <a:ext uri="{FF2B5EF4-FFF2-40B4-BE49-F238E27FC236}">
                <a16:creationId xmlns:a16="http://schemas.microsoft.com/office/drawing/2014/main" id="{403C1559-B3CC-4D29-6C00-82102B6C672C}"/>
              </a:ext>
            </a:extLst>
          </p:cNvPr>
          <p:cNvSpPr/>
          <p:nvPr/>
        </p:nvSpPr>
        <p:spPr>
          <a:xfrm>
            <a:off x="6821424" y="1609344"/>
            <a:ext cx="2788920" cy="54864"/>
          </a:xfrm>
          <a:prstGeom prst="rect">
            <a:avLst/>
          </a:prstGeom>
          <a:solidFill>
            <a:srgbClr val="0A84FF"/>
          </a:solidFill>
          <a:ln w="12700">
            <a:solidFill>
              <a:srgbClr val="0A84FF"/>
            </a:solidFill>
            <a:prstDash val="solid"/>
          </a:ln>
        </p:spPr>
      </p:sp>
      <p:sp>
        <p:nvSpPr>
          <p:cNvPr id="27" name="Text 24">
            <a:extLst>
              <a:ext uri="{FF2B5EF4-FFF2-40B4-BE49-F238E27FC236}">
                <a16:creationId xmlns:a16="http://schemas.microsoft.com/office/drawing/2014/main" id="{868229A1-C0A8-EE7F-D052-BEEC950CBE86}"/>
              </a:ext>
            </a:extLst>
          </p:cNvPr>
          <p:cNvSpPr/>
          <p:nvPr/>
        </p:nvSpPr>
        <p:spPr>
          <a:xfrm>
            <a:off x="6821424" y="1682496"/>
            <a:ext cx="2788920" cy="502920"/>
          </a:xfrm>
          <a:prstGeom prst="rect">
            <a:avLst/>
          </a:prstGeom>
          <a:noFill/>
          <a:ln/>
        </p:spPr>
        <p:txBody>
          <a:bodyPr wrap="square" lIns="0" tIns="0" rIns="0" bIns="0" rtlCol="0" anchor="ctr"/>
          <a:lstStyle/>
          <a:p>
            <a:pPr marL="0" indent="0" algn="ctr">
              <a:buNone/>
            </a:pPr>
            <a:r>
              <a:rPr lang="en-US" sz="1800" b="1" dirty="0">
                <a:solidFill>
                  <a:srgbClr val="0A84FF"/>
                </a:solidFill>
                <a:latin typeface="Arial Black" pitchFamily="34" charset="0"/>
                <a:ea typeface="Arial Black" pitchFamily="34" charset="-122"/>
                <a:cs typeface="Arial Black" pitchFamily="34" charset="-120"/>
              </a:rPr>
              <a:t>Checkpointing</a:t>
            </a:r>
            <a:endParaRPr lang="en-US" sz="1800" dirty="0"/>
          </a:p>
        </p:txBody>
      </p:sp>
      <p:sp>
        <p:nvSpPr>
          <p:cNvPr id="28" name="Text 25">
            <a:extLst>
              <a:ext uri="{FF2B5EF4-FFF2-40B4-BE49-F238E27FC236}">
                <a16:creationId xmlns:a16="http://schemas.microsoft.com/office/drawing/2014/main" id="{889BA838-75D7-D739-7CC2-DBC691E3E393}"/>
              </a:ext>
            </a:extLst>
          </p:cNvPr>
          <p:cNvSpPr/>
          <p:nvPr/>
        </p:nvSpPr>
        <p:spPr>
          <a:xfrm>
            <a:off x="6821424" y="2185416"/>
            <a:ext cx="2788920" cy="256032"/>
          </a:xfrm>
          <a:prstGeom prst="rect">
            <a:avLst/>
          </a:prstGeom>
          <a:noFill/>
          <a:ln/>
        </p:spPr>
        <p:txBody>
          <a:bodyPr wrap="square" lIns="0" tIns="0" rIns="0" bIns="0" rtlCol="0" anchor="ctr"/>
          <a:lstStyle/>
          <a:p>
            <a:pPr marL="0" indent="0" algn="ctr">
              <a:buNone/>
            </a:pPr>
            <a:r>
              <a:rPr lang="en-US" sz="1100" i="1" dirty="0">
                <a:solidFill>
                  <a:srgbClr val="8B949E"/>
                </a:solidFill>
                <a:latin typeface="Calibri" pitchFamily="34" charset="0"/>
                <a:ea typeface="Calibri" pitchFamily="34" charset="-122"/>
                <a:cs typeface="Calibri" pitchFamily="34" charset="-120"/>
              </a:rPr>
              <a:t>State Persistence</a:t>
            </a:r>
            <a:endParaRPr lang="en-US" sz="1100" dirty="0"/>
          </a:p>
        </p:txBody>
      </p:sp>
      <p:sp>
        <p:nvSpPr>
          <p:cNvPr id="29" name="Shape 26">
            <a:extLst>
              <a:ext uri="{FF2B5EF4-FFF2-40B4-BE49-F238E27FC236}">
                <a16:creationId xmlns:a16="http://schemas.microsoft.com/office/drawing/2014/main" id="{BF96B9EB-B30F-C99B-2860-71B6865060DC}"/>
              </a:ext>
            </a:extLst>
          </p:cNvPr>
          <p:cNvSpPr/>
          <p:nvPr/>
        </p:nvSpPr>
        <p:spPr>
          <a:xfrm>
            <a:off x="7095744" y="2478024"/>
            <a:ext cx="2240280" cy="27432"/>
          </a:xfrm>
          <a:prstGeom prst="rect">
            <a:avLst/>
          </a:prstGeom>
          <a:solidFill>
            <a:srgbClr val="1C2333"/>
          </a:solidFill>
          <a:ln w="12700">
            <a:solidFill>
              <a:srgbClr val="1C2333"/>
            </a:solidFill>
            <a:prstDash val="solid"/>
          </a:ln>
        </p:spPr>
      </p:sp>
      <p:sp>
        <p:nvSpPr>
          <p:cNvPr id="30" name="Text 27">
            <a:extLst>
              <a:ext uri="{FF2B5EF4-FFF2-40B4-BE49-F238E27FC236}">
                <a16:creationId xmlns:a16="http://schemas.microsoft.com/office/drawing/2014/main" id="{841FB2A9-5F30-0C71-58E3-5347262EDF49}"/>
              </a:ext>
            </a:extLst>
          </p:cNvPr>
          <p:cNvSpPr/>
          <p:nvPr/>
        </p:nvSpPr>
        <p:spPr>
          <a:xfrm>
            <a:off x="6912864" y="2551176"/>
            <a:ext cx="2606040" cy="1737360"/>
          </a:xfrm>
          <a:prstGeom prst="rect">
            <a:avLst/>
          </a:prstGeom>
          <a:noFill/>
          <a:ln/>
        </p:spPr>
        <p:txBody>
          <a:bodyPr wrap="square" lIns="0" tIns="0" rIns="0" bIns="0" rtlCol="0" anchor="ctr"/>
          <a:lstStyle/>
          <a:p>
            <a:pPr marL="0" indent="0" algn="ctr">
              <a:buNone/>
            </a:pPr>
            <a:r>
              <a:rPr lang="en-US" sz="1100" dirty="0">
                <a:solidFill>
                  <a:srgbClr val="C9D1D9"/>
                </a:solidFill>
                <a:latin typeface="Calibri" pitchFamily="34" charset="0"/>
                <a:ea typeface="Calibri" pitchFamily="34" charset="-122"/>
                <a:cs typeface="Calibri" pitchFamily="34" charset="-120"/>
              </a:rPr>
              <a:t>Save the complete agent state at each step so long-running tasks can resume after a crash, timeout, or human interrupt without data loss.</a:t>
            </a:r>
            <a:endParaRPr lang="en-US" sz="1100" dirty="0"/>
          </a:p>
        </p:txBody>
      </p:sp>
      <p:sp>
        <p:nvSpPr>
          <p:cNvPr id="31" name="Shape 28">
            <a:extLst>
              <a:ext uri="{FF2B5EF4-FFF2-40B4-BE49-F238E27FC236}">
                <a16:creationId xmlns:a16="http://schemas.microsoft.com/office/drawing/2014/main" id="{D847FE4F-5931-6E5C-8BB0-E926CE611156}"/>
              </a:ext>
            </a:extLst>
          </p:cNvPr>
          <p:cNvSpPr/>
          <p:nvPr/>
        </p:nvSpPr>
        <p:spPr>
          <a:xfrm>
            <a:off x="7415784" y="4608576"/>
            <a:ext cx="1600200" cy="292608"/>
          </a:xfrm>
          <a:prstGeom prst="rect">
            <a:avLst/>
          </a:prstGeom>
          <a:solidFill>
            <a:srgbClr val="1C2333"/>
          </a:solidFill>
          <a:ln w="12700">
            <a:solidFill>
              <a:srgbClr val="0A84FF"/>
            </a:solidFill>
            <a:prstDash val="solid"/>
          </a:ln>
        </p:spPr>
      </p:sp>
      <p:sp>
        <p:nvSpPr>
          <p:cNvPr id="32" name="Text 29">
            <a:extLst>
              <a:ext uri="{FF2B5EF4-FFF2-40B4-BE49-F238E27FC236}">
                <a16:creationId xmlns:a16="http://schemas.microsoft.com/office/drawing/2014/main" id="{D847192F-FAE4-DBE4-6224-0260385D4672}"/>
              </a:ext>
            </a:extLst>
          </p:cNvPr>
          <p:cNvSpPr/>
          <p:nvPr/>
        </p:nvSpPr>
        <p:spPr>
          <a:xfrm>
            <a:off x="7415784" y="4608576"/>
            <a:ext cx="1600200" cy="292608"/>
          </a:xfrm>
          <a:prstGeom prst="rect">
            <a:avLst/>
          </a:prstGeom>
          <a:noFill/>
          <a:ln/>
        </p:spPr>
        <p:txBody>
          <a:bodyPr wrap="square" lIns="0" tIns="0" rIns="0" bIns="0" rtlCol="0" anchor="ctr"/>
          <a:lstStyle/>
          <a:p>
            <a:pPr marL="0" indent="0" algn="ctr">
              <a:buNone/>
            </a:pPr>
            <a:r>
              <a:rPr lang="en-US" sz="1000" dirty="0">
                <a:solidFill>
                  <a:srgbClr val="0A84FF"/>
                </a:solidFill>
                <a:latin typeface="Calibri" pitchFamily="34" charset="0"/>
                <a:ea typeface="Calibri" pitchFamily="34" charset="-122"/>
                <a:cs typeface="Calibri" pitchFamily="34" charset="-120"/>
              </a:rPr>
              <a:t>⚙  LangGraph</a:t>
            </a:r>
            <a:endParaRPr lang="en-US" sz="1000" dirty="0"/>
          </a:p>
        </p:txBody>
      </p:sp>
      <p:sp>
        <p:nvSpPr>
          <p:cNvPr id="33" name="Shape 30">
            <a:extLst>
              <a:ext uri="{FF2B5EF4-FFF2-40B4-BE49-F238E27FC236}">
                <a16:creationId xmlns:a16="http://schemas.microsoft.com/office/drawing/2014/main" id="{FA6669FA-AE0C-E0E2-D490-8B20C577CF9C}"/>
              </a:ext>
            </a:extLst>
          </p:cNvPr>
          <p:cNvSpPr/>
          <p:nvPr/>
        </p:nvSpPr>
        <p:spPr>
          <a:xfrm>
            <a:off x="877824" y="5020056"/>
            <a:ext cx="8686800" cy="475488"/>
          </a:xfrm>
          <a:prstGeom prst="rect">
            <a:avLst/>
          </a:prstGeom>
          <a:solidFill>
            <a:srgbClr val="001F2D"/>
          </a:solidFill>
          <a:ln w="12700">
            <a:solidFill>
              <a:srgbClr val="00C6FF"/>
            </a:solidFill>
            <a:prstDash val="solid"/>
          </a:ln>
        </p:spPr>
      </p:sp>
      <p:sp>
        <p:nvSpPr>
          <p:cNvPr id="34" name="Text 31">
            <a:extLst>
              <a:ext uri="{FF2B5EF4-FFF2-40B4-BE49-F238E27FC236}">
                <a16:creationId xmlns:a16="http://schemas.microsoft.com/office/drawing/2014/main" id="{C670931C-4C36-2E04-EADB-1F663D1C29B8}"/>
              </a:ext>
            </a:extLst>
          </p:cNvPr>
          <p:cNvSpPr/>
          <p:nvPr/>
        </p:nvSpPr>
        <p:spPr>
          <a:xfrm>
            <a:off x="1060704" y="5020056"/>
            <a:ext cx="8321040" cy="475488"/>
          </a:xfrm>
          <a:prstGeom prst="rect">
            <a:avLst/>
          </a:prstGeom>
          <a:noFill/>
          <a:ln/>
        </p:spPr>
        <p:txBody>
          <a:bodyPr wrap="square" lIns="0" tIns="0" rIns="0" bIns="0" rtlCol="0" anchor="ctr"/>
          <a:lstStyle/>
          <a:p>
            <a:pPr marL="0" indent="0">
              <a:buNone/>
            </a:pPr>
            <a:r>
              <a:rPr lang="en-US" sz="1200" dirty="0">
                <a:solidFill>
                  <a:srgbClr val="C9D1D9"/>
                </a:solidFill>
                <a:latin typeface="Calibri" pitchFamily="34" charset="0"/>
                <a:ea typeface="Calibri" pitchFamily="34" charset="-122"/>
                <a:cs typeface="Calibri" pitchFamily="34" charset="-120"/>
              </a:rPr>
              <a:t>🎯  KEY OUTCOME:  Build agents that retain context across a 2-hour task — no forgotten state, no repeated work.</a:t>
            </a:r>
            <a:endParaRPr lang="en-US" sz="1200" dirty="0"/>
          </a:p>
        </p:txBody>
      </p:sp>
    </p:spTree>
    <p:extLst>
      <p:ext uri="{BB962C8B-B14F-4D97-AF65-F5344CB8AC3E}">
        <p14:creationId xmlns:p14="http://schemas.microsoft.com/office/powerpoint/2010/main" val="579690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512FF98-5A56-AC3E-5F9D-F52744689658}"/>
              </a:ext>
            </a:extLst>
          </p:cNvPr>
          <p:cNvSpPr/>
          <p:nvPr/>
        </p:nvSpPr>
        <p:spPr>
          <a:xfrm>
            <a:off x="667512" y="512064"/>
            <a:ext cx="9144000" cy="64008"/>
          </a:xfrm>
          <a:prstGeom prst="rect">
            <a:avLst/>
          </a:prstGeom>
          <a:solidFill>
            <a:srgbClr val="00D68F"/>
          </a:solidFill>
          <a:ln w="12700">
            <a:solidFill>
              <a:srgbClr val="00D68F"/>
            </a:solidFill>
            <a:prstDash val="solid"/>
          </a:ln>
        </p:spPr>
      </p:sp>
      <p:sp>
        <p:nvSpPr>
          <p:cNvPr id="3" name="Shape 1">
            <a:extLst>
              <a:ext uri="{FF2B5EF4-FFF2-40B4-BE49-F238E27FC236}">
                <a16:creationId xmlns:a16="http://schemas.microsoft.com/office/drawing/2014/main" id="{37D8910E-AF7B-2686-CB2F-521131F689DC}"/>
              </a:ext>
            </a:extLst>
          </p:cNvPr>
          <p:cNvSpPr/>
          <p:nvPr/>
        </p:nvSpPr>
        <p:spPr>
          <a:xfrm>
            <a:off x="667512" y="576072"/>
            <a:ext cx="54864" cy="5079492"/>
          </a:xfrm>
          <a:prstGeom prst="rect">
            <a:avLst/>
          </a:prstGeom>
          <a:solidFill>
            <a:srgbClr val="00D68F"/>
          </a:solidFill>
          <a:ln w="12700">
            <a:solidFill>
              <a:srgbClr val="00D68F"/>
            </a:solidFill>
            <a:prstDash val="solid"/>
          </a:ln>
        </p:spPr>
      </p:sp>
      <p:sp>
        <p:nvSpPr>
          <p:cNvPr id="4" name="Shape 2">
            <a:extLst>
              <a:ext uri="{FF2B5EF4-FFF2-40B4-BE49-F238E27FC236}">
                <a16:creationId xmlns:a16="http://schemas.microsoft.com/office/drawing/2014/main" id="{8A199E52-384A-4032-A086-5AC284A405D6}"/>
              </a:ext>
            </a:extLst>
          </p:cNvPr>
          <p:cNvSpPr/>
          <p:nvPr/>
        </p:nvSpPr>
        <p:spPr>
          <a:xfrm>
            <a:off x="896112" y="676656"/>
            <a:ext cx="1097280" cy="475488"/>
          </a:xfrm>
          <a:prstGeom prst="rect">
            <a:avLst/>
          </a:prstGeom>
          <a:solidFill>
            <a:srgbClr val="00D68F"/>
          </a:solidFill>
          <a:ln w="12700">
            <a:solidFill>
              <a:srgbClr val="00D68F"/>
            </a:solidFill>
            <a:prstDash val="solid"/>
          </a:ln>
        </p:spPr>
      </p:sp>
      <p:sp>
        <p:nvSpPr>
          <p:cNvPr id="5" name="Text 3">
            <a:extLst>
              <a:ext uri="{FF2B5EF4-FFF2-40B4-BE49-F238E27FC236}">
                <a16:creationId xmlns:a16="http://schemas.microsoft.com/office/drawing/2014/main" id="{F2161FF8-05B2-F98E-4B6A-C808F3EA888B}"/>
              </a:ext>
            </a:extLst>
          </p:cNvPr>
          <p:cNvSpPr/>
          <p:nvPr/>
        </p:nvSpPr>
        <p:spPr>
          <a:xfrm>
            <a:off x="896112" y="676656"/>
            <a:ext cx="1097280" cy="475488"/>
          </a:xfrm>
          <a:prstGeom prst="rect">
            <a:avLst/>
          </a:prstGeom>
          <a:noFill/>
          <a:ln/>
        </p:spPr>
        <p:txBody>
          <a:bodyPr wrap="square" lIns="0" tIns="0" rIns="0" bIns="0" rtlCol="0" anchor="ctr"/>
          <a:lstStyle/>
          <a:p>
            <a:pPr marL="0" indent="0" algn="ctr">
              <a:buNone/>
            </a:pPr>
            <a:r>
              <a:rPr lang="en-US" sz="1200" b="1" dirty="0">
                <a:solidFill>
                  <a:srgbClr val="0D1117"/>
                </a:solidFill>
                <a:latin typeface="Arial Black" pitchFamily="34" charset="0"/>
                <a:ea typeface="Arial Black" pitchFamily="34" charset="-122"/>
                <a:cs typeface="Arial Black" pitchFamily="34" charset="-120"/>
              </a:rPr>
              <a:t>WEEK 4</a:t>
            </a:r>
            <a:endParaRPr lang="en-US" sz="1200" dirty="0"/>
          </a:p>
        </p:txBody>
      </p:sp>
      <p:sp>
        <p:nvSpPr>
          <p:cNvPr id="6" name="Text 4">
            <a:extLst>
              <a:ext uri="{FF2B5EF4-FFF2-40B4-BE49-F238E27FC236}">
                <a16:creationId xmlns:a16="http://schemas.microsoft.com/office/drawing/2014/main" id="{91357269-71BB-EE1A-6234-4F3F4BA8434A}"/>
              </a:ext>
            </a:extLst>
          </p:cNvPr>
          <p:cNvSpPr/>
          <p:nvPr/>
        </p:nvSpPr>
        <p:spPr>
          <a:xfrm>
            <a:off x="2130552" y="676656"/>
            <a:ext cx="7315200" cy="475488"/>
          </a:xfrm>
          <a:prstGeom prst="rect">
            <a:avLst/>
          </a:prstGeom>
          <a:noFill/>
          <a:ln/>
        </p:spPr>
        <p:txBody>
          <a:bodyPr wrap="square" lIns="0" tIns="0" rIns="0" bIns="0" rtlCol="0" anchor="ctr"/>
          <a:lstStyle/>
          <a:p>
            <a:pPr marL="0" indent="0">
              <a:buNone/>
            </a:pPr>
            <a:r>
              <a:rPr lang="en-US" sz="2200" b="1" dirty="0">
                <a:latin typeface="Arial Black" pitchFamily="34" charset="0"/>
                <a:ea typeface="Arial Black" pitchFamily="34" charset="-122"/>
                <a:cs typeface="Arial Black" pitchFamily="34" charset="-120"/>
              </a:rPr>
              <a:t>Reliability, Eval &amp; Capstone</a:t>
            </a:r>
            <a:endParaRPr lang="en-US" sz="2200" dirty="0"/>
          </a:p>
        </p:txBody>
      </p:sp>
      <p:sp>
        <p:nvSpPr>
          <p:cNvPr id="7" name="Text 5">
            <a:extLst>
              <a:ext uri="{FF2B5EF4-FFF2-40B4-BE49-F238E27FC236}">
                <a16:creationId xmlns:a16="http://schemas.microsoft.com/office/drawing/2014/main" id="{C0A7B6BF-CFA2-1928-E6AF-1289EDFDF6A5}"/>
              </a:ext>
            </a:extLst>
          </p:cNvPr>
          <p:cNvSpPr/>
          <p:nvPr/>
        </p:nvSpPr>
        <p:spPr>
          <a:xfrm>
            <a:off x="896112" y="1243584"/>
            <a:ext cx="8686800" cy="292608"/>
          </a:xfrm>
          <a:prstGeom prst="rect">
            <a:avLst/>
          </a:prstGeom>
          <a:noFill/>
          <a:ln/>
        </p:spPr>
        <p:txBody>
          <a:bodyPr wrap="square" lIns="0" tIns="0" rIns="0" bIns="0" rtlCol="0" anchor="ctr"/>
          <a:lstStyle/>
          <a:p>
            <a:pPr marL="0" indent="0">
              <a:buNone/>
            </a:pPr>
            <a:r>
              <a:rPr lang="en-US" sz="1200" i="1" dirty="0">
                <a:solidFill>
                  <a:srgbClr val="00D68F"/>
                </a:solidFill>
                <a:latin typeface="Calibri" pitchFamily="34" charset="0"/>
                <a:ea typeface="Calibri" pitchFamily="34" charset="-122"/>
                <a:cs typeface="Calibri" pitchFamily="34" charset="-120"/>
              </a:rPr>
              <a:t>Productionizing the Self-Healing Code Reviewer — your portfolio-ready autonomous system</a:t>
            </a:r>
            <a:endParaRPr lang="en-US" sz="1200" dirty="0"/>
          </a:p>
        </p:txBody>
      </p:sp>
      <p:sp>
        <p:nvSpPr>
          <p:cNvPr id="8" name="Shape 6">
            <a:extLst>
              <a:ext uri="{FF2B5EF4-FFF2-40B4-BE49-F238E27FC236}">
                <a16:creationId xmlns:a16="http://schemas.microsoft.com/office/drawing/2014/main" id="{C8505313-9574-4E70-4984-53F5605D2EB2}"/>
              </a:ext>
            </a:extLst>
          </p:cNvPr>
          <p:cNvSpPr/>
          <p:nvPr/>
        </p:nvSpPr>
        <p:spPr>
          <a:xfrm>
            <a:off x="896112" y="1627632"/>
            <a:ext cx="2788920" cy="1051560"/>
          </a:xfrm>
          <a:prstGeom prst="rect">
            <a:avLst/>
          </a:prstGeom>
          <a:solidFill>
            <a:schemeClr val="accent6">
              <a:lumMod val="25000"/>
            </a:schemeClr>
          </a:solidFill>
          <a:ln w="12700">
            <a:solidFill>
              <a:srgbClr val="00D68F"/>
            </a:solidFill>
            <a:prstDash val="solid"/>
          </a:ln>
        </p:spPr>
      </p:sp>
      <p:sp>
        <p:nvSpPr>
          <p:cNvPr id="9" name="Shape 7">
            <a:extLst>
              <a:ext uri="{FF2B5EF4-FFF2-40B4-BE49-F238E27FC236}">
                <a16:creationId xmlns:a16="http://schemas.microsoft.com/office/drawing/2014/main" id="{D83B0F80-0258-E0B9-01A6-176973D472BD}"/>
              </a:ext>
            </a:extLst>
          </p:cNvPr>
          <p:cNvSpPr/>
          <p:nvPr/>
        </p:nvSpPr>
        <p:spPr>
          <a:xfrm>
            <a:off x="896112" y="1627632"/>
            <a:ext cx="2788920" cy="347472"/>
          </a:xfrm>
          <a:prstGeom prst="rect">
            <a:avLst/>
          </a:prstGeom>
          <a:solidFill>
            <a:srgbClr val="001A0F"/>
          </a:solidFill>
          <a:ln w="12700">
            <a:solidFill>
              <a:srgbClr val="00D68F"/>
            </a:solidFill>
            <a:prstDash val="solid"/>
          </a:ln>
        </p:spPr>
      </p:sp>
      <p:sp>
        <p:nvSpPr>
          <p:cNvPr id="10" name="Text 8">
            <a:extLst>
              <a:ext uri="{FF2B5EF4-FFF2-40B4-BE49-F238E27FC236}">
                <a16:creationId xmlns:a16="http://schemas.microsoft.com/office/drawing/2014/main" id="{29427B62-A719-2493-0632-2C6A24C18CB3}"/>
              </a:ext>
            </a:extLst>
          </p:cNvPr>
          <p:cNvSpPr/>
          <p:nvPr/>
        </p:nvSpPr>
        <p:spPr>
          <a:xfrm>
            <a:off x="896112" y="1627632"/>
            <a:ext cx="2788920" cy="347472"/>
          </a:xfrm>
          <a:prstGeom prst="rect">
            <a:avLst/>
          </a:prstGeom>
          <a:solidFill>
            <a:schemeClr val="tx2">
              <a:lumMod val="75000"/>
            </a:schemeClr>
          </a:solidFill>
          <a:ln/>
        </p:spPr>
        <p:txBody>
          <a:bodyPr wrap="square" lIns="0" tIns="0" rIns="0" bIns="0" rtlCol="0" anchor="ctr"/>
          <a:lstStyle/>
          <a:p>
            <a:pPr marL="0" indent="0" algn="ctr">
              <a:buNone/>
            </a:pPr>
            <a:r>
              <a:rPr lang="en-US" sz="1200" b="1" dirty="0">
                <a:solidFill>
                  <a:srgbClr val="00D68F"/>
                </a:solidFill>
                <a:latin typeface="Calibri" pitchFamily="34" charset="0"/>
                <a:ea typeface="Calibri" pitchFamily="34" charset="-122"/>
                <a:cs typeface="Calibri" pitchFamily="34" charset="-120"/>
              </a:rPr>
              <a:t>LLM-as-a-Judge</a:t>
            </a:r>
            <a:endParaRPr lang="en-US" sz="1200" dirty="0"/>
          </a:p>
        </p:txBody>
      </p:sp>
      <p:sp>
        <p:nvSpPr>
          <p:cNvPr id="38" name="Text 9">
            <a:extLst>
              <a:ext uri="{FF2B5EF4-FFF2-40B4-BE49-F238E27FC236}">
                <a16:creationId xmlns:a16="http://schemas.microsoft.com/office/drawing/2014/main" id="{6B68B030-7D38-3BA3-F241-ABA80A34FCEF}"/>
              </a:ext>
            </a:extLst>
          </p:cNvPr>
          <p:cNvSpPr/>
          <p:nvPr/>
        </p:nvSpPr>
        <p:spPr>
          <a:xfrm>
            <a:off x="987552" y="2002536"/>
            <a:ext cx="2606040" cy="621792"/>
          </a:xfrm>
          <a:prstGeom prst="rect">
            <a:avLst/>
          </a:prstGeom>
          <a:noFill/>
          <a:ln/>
        </p:spPr>
        <p:txBody>
          <a:bodyPr wrap="square" lIns="0" tIns="0" rIns="0" bIns="0" rtlCol="0" anchor="ctr"/>
          <a:lstStyle/>
          <a:p>
            <a:pPr marL="0" indent="0" algn="ctr">
              <a:buNone/>
            </a:pPr>
            <a:r>
              <a:rPr lang="en-US" sz="1100" dirty="0">
                <a:solidFill>
                  <a:srgbClr val="C9D1D9"/>
                </a:solidFill>
                <a:latin typeface="Calibri" pitchFamily="34" charset="0"/>
                <a:ea typeface="Calibri" pitchFamily="34" charset="-122"/>
                <a:cs typeface="Calibri" pitchFamily="34" charset="-120"/>
              </a:rPr>
              <a:t>Use Claude/GPT-4o to score and evaluate AI-generated outputs automatically</a:t>
            </a:r>
            <a:endParaRPr lang="en-US" sz="1100" dirty="0"/>
          </a:p>
        </p:txBody>
      </p:sp>
      <p:sp>
        <p:nvSpPr>
          <p:cNvPr id="39" name="Shape 10">
            <a:extLst>
              <a:ext uri="{FF2B5EF4-FFF2-40B4-BE49-F238E27FC236}">
                <a16:creationId xmlns:a16="http://schemas.microsoft.com/office/drawing/2014/main" id="{36F7D40C-7926-7C8F-C468-35BD87107E96}"/>
              </a:ext>
            </a:extLst>
          </p:cNvPr>
          <p:cNvSpPr/>
          <p:nvPr/>
        </p:nvSpPr>
        <p:spPr>
          <a:xfrm>
            <a:off x="3867912" y="1627632"/>
            <a:ext cx="2788920" cy="1051560"/>
          </a:xfrm>
          <a:prstGeom prst="rect">
            <a:avLst/>
          </a:prstGeom>
          <a:solidFill>
            <a:schemeClr val="accent6">
              <a:lumMod val="25000"/>
            </a:schemeClr>
          </a:solidFill>
          <a:ln w="12700">
            <a:solidFill>
              <a:srgbClr val="00D68F"/>
            </a:solidFill>
            <a:prstDash val="solid"/>
          </a:ln>
        </p:spPr>
      </p:sp>
      <p:sp>
        <p:nvSpPr>
          <p:cNvPr id="40" name="Shape 11">
            <a:extLst>
              <a:ext uri="{FF2B5EF4-FFF2-40B4-BE49-F238E27FC236}">
                <a16:creationId xmlns:a16="http://schemas.microsoft.com/office/drawing/2014/main" id="{ACBCF76D-9A2C-7514-74ED-51642B7512F0}"/>
              </a:ext>
            </a:extLst>
          </p:cNvPr>
          <p:cNvSpPr/>
          <p:nvPr/>
        </p:nvSpPr>
        <p:spPr>
          <a:xfrm>
            <a:off x="3867912" y="1627632"/>
            <a:ext cx="2788920" cy="347472"/>
          </a:xfrm>
          <a:prstGeom prst="rect">
            <a:avLst/>
          </a:prstGeom>
          <a:solidFill>
            <a:srgbClr val="001A0F"/>
          </a:solidFill>
          <a:ln w="12700">
            <a:solidFill>
              <a:srgbClr val="00D68F"/>
            </a:solidFill>
            <a:prstDash val="solid"/>
          </a:ln>
        </p:spPr>
      </p:sp>
      <p:sp>
        <p:nvSpPr>
          <p:cNvPr id="41" name="Text 12">
            <a:extLst>
              <a:ext uri="{FF2B5EF4-FFF2-40B4-BE49-F238E27FC236}">
                <a16:creationId xmlns:a16="http://schemas.microsoft.com/office/drawing/2014/main" id="{DBF92CF8-1958-32CD-1A37-0343EA6E7515}"/>
              </a:ext>
            </a:extLst>
          </p:cNvPr>
          <p:cNvSpPr/>
          <p:nvPr/>
        </p:nvSpPr>
        <p:spPr>
          <a:xfrm>
            <a:off x="3867912" y="1627632"/>
            <a:ext cx="2788920" cy="347472"/>
          </a:xfrm>
          <a:prstGeom prst="rect">
            <a:avLst/>
          </a:prstGeom>
          <a:noFill/>
          <a:ln/>
        </p:spPr>
        <p:txBody>
          <a:bodyPr wrap="square" lIns="0" tIns="0" rIns="0" bIns="0" rtlCol="0" anchor="ctr"/>
          <a:lstStyle/>
          <a:p>
            <a:pPr marL="0" indent="0" algn="ctr">
              <a:buNone/>
            </a:pPr>
            <a:r>
              <a:rPr lang="en-US" sz="1200" b="1" dirty="0">
                <a:solidFill>
                  <a:srgbClr val="00D68F"/>
                </a:solidFill>
                <a:latin typeface="Calibri" pitchFamily="34" charset="0"/>
                <a:ea typeface="Calibri" pitchFamily="34" charset="-122"/>
                <a:cs typeface="Calibri" pitchFamily="34" charset="-120"/>
              </a:rPr>
              <a:t>Tracing &amp; Bottlenecks</a:t>
            </a:r>
            <a:endParaRPr lang="en-US" sz="1200" dirty="0"/>
          </a:p>
        </p:txBody>
      </p:sp>
      <p:sp>
        <p:nvSpPr>
          <p:cNvPr id="42" name="Text 13">
            <a:extLst>
              <a:ext uri="{FF2B5EF4-FFF2-40B4-BE49-F238E27FC236}">
                <a16:creationId xmlns:a16="http://schemas.microsoft.com/office/drawing/2014/main" id="{E947C5DB-B1C6-C3E9-032B-A0950868AD42}"/>
              </a:ext>
            </a:extLst>
          </p:cNvPr>
          <p:cNvSpPr/>
          <p:nvPr/>
        </p:nvSpPr>
        <p:spPr>
          <a:xfrm>
            <a:off x="3959352" y="2002536"/>
            <a:ext cx="2606040" cy="621792"/>
          </a:xfrm>
          <a:prstGeom prst="rect">
            <a:avLst/>
          </a:prstGeom>
          <a:noFill/>
          <a:ln/>
        </p:spPr>
        <p:txBody>
          <a:bodyPr wrap="square" lIns="0" tIns="0" rIns="0" bIns="0" rtlCol="0" anchor="ctr"/>
          <a:lstStyle/>
          <a:p>
            <a:pPr marL="0" indent="0" algn="ctr">
              <a:buNone/>
            </a:pPr>
            <a:r>
              <a:rPr lang="en-US" sz="1100" dirty="0">
                <a:solidFill>
                  <a:srgbClr val="C9D1D9"/>
                </a:solidFill>
                <a:latin typeface="Calibri" pitchFamily="34" charset="0"/>
                <a:ea typeface="Calibri" pitchFamily="34" charset="-122"/>
                <a:cs typeface="Calibri" pitchFamily="34" charset="-120"/>
              </a:rPr>
              <a:t>Visualize every agent step to identify where loops hang or latency spikes</a:t>
            </a:r>
            <a:endParaRPr lang="en-US" sz="1100" dirty="0"/>
          </a:p>
        </p:txBody>
      </p:sp>
      <p:sp>
        <p:nvSpPr>
          <p:cNvPr id="43" name="Shape 14">
            <a:extLst>
              <a:ext uri="{FF2B5EF4-FFF2-40B4-BE49-F238E27FC236}">
                <a16:creationId xmlns:a16="http://schemas.microsoft.com/office/drawing/2014/main" id="{C1E40354-5455-C197-A5B7-04538CA76052}"/>
              </a:ext>
            </a:extLst>
          </p:cNvPr>
          <p:cNvSpPr/>
          <p:nvPr/>
        </p:nvSpPr>
        <p:spPr>
          <a:xfrm>
            <a:off x="6839712" y="1627632"/>
            <a:ext cx="2788920" cy="1051560"/>
          </a:xfrm>
          <a:prstGeom prst="rect">
            <a:avLst/>
          </a:prstGeom>
          <a:solidFill>
            <a:srgbClr val="161B22"/>
          </a:solidFill>
          <a:ln w="12700">
            <a:solidFill>
              <a:srgbClr val="00D68F"/>
            </a:solidFill>
            <a:prstDash val="solid"/>
          </a:ln>
        </p:spPr>
      </p:sp>
      <p:sp>
        <p:nvSpPr>
          <p:cNvPr id="44" name="Shape 15">
            <a:extLst>
              <a:ext uri="{FF2B5EF4-FFF2-40B4-BE49-F238E27FC236}">
                <a16:creationId xmlns:a16="http://schemas.microsoft.com/office/drawing/2014/main" id="{B7A84545-3D6C-3BEB-5441-F4E89EA3C929}"/>
              </a:ext>
            </a:extLst>
          </p:cNvPr>
          <p:cNvSpPr/>
          <p:nvPr/>
        </p:nvSpPr>
        <p:spPr>
          <a:xfrm>
            <a:off x="6839712" y="1627632"/>
            <a:ext cx="2788920" cy="347472"/>
          </a:xfrm>
          <a:prstGeom prst="rect">
            <a:avLst/>
          </a:prstGeom>
          <a:solidFill>
            <a:srgbClr val="001A0F"/>
          </a:solidFill>
          <a:ln w="12700">
            <a:solidFill>
              <a:srgbClr val="00D68F"/>
            </a:solidFill>
            <a:prstDash val="solid"/>
          </a:ln>
        </p:spPr>
      </p:sp>
      <p:sp>
        <p:nvSpPr>
          <p:cNvPr id="45" name="Text 16">
            <a:extLst>
              <a:ext uri="{FF2B5EF4-FFF2-40B4-BE49-F238E27FC236}">
                <a16:creationId xmlns:a16="http://schemas.microsoft.com/office/drawing/2014/main" id="{24C7F5E2-F15D-EBDA-A19B-6C18959DE0E7}"/>
              </a:ext>
            </a:extLst>
          </p:cNvPr>
          <p:cNvSpPr/>
          <p:nvPr/>
        </p:nvSpPr>
        <p:spPr>
          <a:xfrm>
            <a:off x="6839712" y="1627632"/>
            <a:ext cx="2788920" cy="347472"/>
          </a:xfrm>
          <a:prstGeom prst="rect">
            <a:avLst/>
          </a:prstGeom>
          <a:noFill/>
          <a:ln/>
        </p:spPr>
        <p:txBody>
          <a:bodyPr wrap="square" lIns="0" tIns="0" rIns="0" bIns="0" rtlCol="0" anchor="ctr"/>
          <a:lstStyle/>
          <a:p>
            <a:pPr marL="0" indent="0" algn="ctr">
              <a:buNone/>
            </a:pPr>
            <a:r>
              <a:rPr lang="en-US" sz="1200" b="1" dirty="0">
                <a:solidFill>
                  <a:srgbClr val="00D68F"/>
                </a:solidFill>
                <a:latin typeface="Calibri" pitchFamily="34" charset="0"/>
                <a:ea typeface="Calibri" pitchFamily="34" charset="-122"/>
                <a:cs typeface="Calibri" pitchFamily="34" charset="-120"/>
              </a:rPr>
              <a:t>AI Unit Tests</a:t>
            </a:r>
            <a:endParaRPr lang="en-US" sz="1200" dirty="0"/>
          </a:p>
        </p:txBody>
      </p:sp>
      <p:sp>
        <p:nvSpPr>
          <p:cNvPr id="46" name="Text 17">
            <a:extLst>
              <a:ext uri="{FF2B5EF4-FFF2-40B4-BE49-F238E27FC236}">
                <a16:creationId xmlns:a16="http://schemas.microsoft.com/office/drawing/2014/main" id="{B26BE29C-BC33-94B6-30C7-4816576F33CC}"/>
              </a:ext>
            </a:extLst>
          </p:cNvPr>
          <p:cNvSpPr/>
          <p:nvPr/>
        </p:nvSpPr>
        <p:spPr>
          <a:xfrm>
            <a:off x="6931152" y="2002536"/>
            <a:ext cx="2606040" cy="621792"/>
          </a:xfrm>
          <a:prstGeom prst="rect">
            <a:avLst/>
          </a:prstGeom>
          <a:solidFill>
            <a:schemeClr val="accent6">
              <a:lumMod val="25000"/>
            </a:schemeClr>
          </a:solidFill>
          <a:ln/>
        </p:spPr>
        <p:txBody>
          <a:bodyPr wrap="square" lIns="0" tIns="0" rIns="0" bIns="0" rtlCol="0" anchor="ctr"/>
          <a:lstStyle/>
          <a:p>
            <a:pPr marL="0" indent="0" algn="ctr">
              <a:buNone/>
            </a:pPr>
            <a:r>
              <a:rPr lang="en-US" sz="1100" dirty="0">
                <a:solidFill>
                  <a:srgbClr val="C9D1D9"/>
                </a:solidFill>
                <a:latin typeface="Calibri" pitchFamily="34" charset="0"/>
                <a:ea typeface="Calibri" pitchFamily="34" charset="-122"/>
                <a:cs typeface="Calibri" pitchFamily="34" charset="-120"/>
              </a:rPr>
              <a:t>Write automated tests that assert on LLM behaviour, not just code logic</a:t>
            </a:r>
            <a:endParaRPr lang="en-US" sz="1100" dirty="0"/>
          </a:p>
        </p:txBody>
      </p:sp>
      <p:sp>
        <p:nvSpPr>
          <p:cNvPr id="47" name="Text 18">
            <a:extLst>
              <a:ext uri="{FF2B5EF4-FFF2-40B4-BE49-F238E27FC236}">
                <a16:creationId xmlns:a16="http://schemas.microsoft.com/office/drawing/2014/main" id="{7B18389A-3D04-3839-6BB4-CAA393696EB6}"/>
              </a:ext>
            </a:extLst>
          </p:cNvPr>
          <p:cNvSpPr/>
          <p:nvPr/>
        </p:nvSpPr>
        <p:spPr>
          <a:xfrm>
            <a:off x="896112" y="2798064"/>
            <a:ext cx="8686800" cy="347472"/>
          </a:xfrm>
          <a:prstGeom prst="rect">
            <a:avLst/>
          </a:prstGeom>
          <a:noFill/>
          <a:ln/>
        </p:spPr>
        <p:txBody>
          <a:bodyPr wrap="square" lIns="0" tIns="0" rIns="0" bIns="0" rtlCol="0" anchor="ctr"/>
          <a:lstStyle/>
          <a:p>
            <a:pPr marL="0" indent="0" algn="ctr">
              <a:buNone/>
            </a:pPr>
            <a:r>
              <a:rPr lang="en-US" sz="1300" b="1" kern="0" spc="200" dirty="0">
                <a:latin typeface="Arial Black" pitchFamily="34" charset="0"/>
                <a:ea typeface="Arial Black" pitchFamily="34" charset="-122"/>
                <a:cs typeface="Arial Black" pitchFamily="34" charset="-120"/>
              </a:rPr>
              <a:t>CAPSTONE: SELF-HEALING CODE REVIEWER</a:t>
            </a:r>
            <a:endParaRPr lang="en-US" sz="1300" dirty="0"/>
          </a:p>
        </p:txBody>
      </p:sp>
      <p:sp>
        <p:nvSpPr>
          <p:cNvPr id="48" name="Shape 19">
            <a:extLst>
              <a:ext uri="{FF2B5EF4-FFF2-40B4-BE49-F238E27FC236}">
                <a16:creationId xmlns:a16="http://schemas.microsoft.com/office/drawing/2014/main" id="{42CE38F5-FE93-1876-B856-D31CEC66F06A}"/>
              </a:ext>
            </a:extLst>
          </p:cNvPr>
          <p:cNvSpPr/>
          <p:nvPr/>
        </p:nvSpPr>
        <p:spPr>
          <a:xfrm>
            <a:off x="1078992" y="3255264"/>
            <a:ext cx="804672" cy="804672"/>
          </a:xfrm>
          <a:prstGeom prst="ellipse">
            <a:avLst/>
          </a:prstGeom>
          <a:solidFill>
            <a:srgbClr val="0A84FF"/>
          </a:solidFill>
          <a:ln w="12700">
            <a:solidFill>
              <a:srgbClr val="0A84FF"/>
            </a:solidFill>
            <a:prstDash val="solid"/>
          </a:ln>
        </p:spPr>
      </p:sp>
      <p:sp>
        <p:nvSpPr>
          <p:cNvPr id="49" name="Text 20">
            <a:extLst>
              <a:ext uri="{FF2B5EF4-FFF2-40B4-BE49-F238E27FC236}">
                <a16:creationId xmlns:a16="http://schemas.microsoft.com/office/drawing/2014/main" id="{5396C9B9-24CE-CDFB-C8AB-B5D7A6D697BE}"/>
              </a:ext>
            </a:extLst>
          </p:cNvPr>
          <p:cNvSpPr/>
          <p:nvPr/>
        </p:nvSpPr>
        <p:spPr>
          <a:xfrm>
            <a:off x="1078992" y="3255264"/>
            <a:ext cx="804672" cy="804672"/>
          </a:xfrm>
          <a:prstGeom prst="rect">
            <a:avLst/>
          </a:prstGeom>
          <a:noFill/>
          <a:ln/>
        </p:spPr>
        <p:txBody>
          <a:bodyPr wrap="square" lIns="0" tIns="0" rIns="0" bIns="0" rtlCol="0" anchor="ctr"/>
          <a:lstStyle/>
          <a:p>
            <a:pPr marL="0" indent="0" algn="ctr">
              <a:buNone/>
            </a:pPr>
            <a:r>
              <a:rPr lang="en-US" sz="1600" b="1" dirty="0">
                <a:latin typeface="Arial Black" pitchFamily="34" charset="0"/>
                <a:ea typeface="Arial Black" pitchFamily="34" charset="-122"/>
                <a:cs typeface="Arial Black" pitchFamily="34" charset="-120"/>
              </a:rPr>
              <a:t>1</a:t>
            </a:r>
            <a:endParaRPr lang="en-US" sz="1600" dirty="0"/>
          </a:p>
        </p:txBody>
      </p:sp>
      <p:sp>
        <p:nvSpPr>
          <p:cNvPr id="50" name="Text 21">
            <a:extLst>
              <a:ext uri="{FF2B5EF4-FFF2-40B4-BE49-F238E27FC236}">
                <a16:creationId xmlns:a16="http://schemas.microsoft.com/office/drawing/2014/main" id="{EB4A9BED-C851-0CD6-0C6A-862B0178EA6F}"/>
              </a:ext>
            </a:extLst>
          </p:cNvPr>
          <p:cNvSpPr/>
          <p:nvPr/>
        </p:nvSpPr>
        <p:spPr>
          <a:xfrm>
            <a:off x="987552" y="4105656"/>
            <a:ext cx="987552" cy="457200"/>
          </a:xfrm>
          <a:prstGeom prst="rect">
            <a:avLst/>
          </a:prstGeom>
          <a:noFill/>
          <a:ln/>
        </p:spPr>
        <p:txBody>
          <a:bodyPr wrap="square" lIns="0" tIns="0" rIns="0" bIns="0" rtlCol="0" anchor="ctr"/>
          <a:lstStyle/>
          <a:p>
            <a:pPr marL="0" indent="0" algn="ctr">
              <a:buNone/>
            </a:pPr>
            <a:r>
              <a:rPr lang="en-US" sz="1000" dirty="0">
                <a:latin typeface="Calibri" pitchFamily="34" charset="0"/>
                <a:ea typeface="Calibri" pitchFamily="34" charset="-122"/>
                <a:cs typeface="Calibri" pitchFamily="34" charset="-120"/>
              </a:rPr>
              <a:t>GitHub</a:t>
            </a:r>
            <a:endParaRPr lang="en-US" sz="1000" dirty="0"/>
          </a:p>
          <a:p>
            <a:pPr marL="0" indent="0" algn="ctr">
              <a:buNone/>
            </a:pPr>
            <a:r>
              <a:rPr lang="en-US" sz="1000" dirty="0">
                <a:latin typeface="Calibri" pitchFamily="34" charset="0"/>
                <a:ea typeface="Calibri" pitchFamily="34" charset="-122"/>
                <a:cs typeface="Calibri" pitchFamily="34" charset="-120"/>
              </a:rPr>
              <a:t>Webhook</a:t>
            </a:r>
            <a:endParaRPr lang="en-US" sz="1000" dirty="0"/>
          </a:p>
        </p:txBody>
      </p:sp>
      <p:sp>
        <p:nvSpPr>
          <p:cNvPr id="51" name="Text 22">
            <a:extLst>
              <a:ext uri="{FF2B5EF4-FFF2-40B4-BE49-F238E27FC236}">
                <a16:creationId xmlns:a16="http://schemas.microsoft.com/office/drawing/2014/main" id="{2F627AAE-3CF6-FAA1-BECD-4AC250677FD1}"/>
              </a:ext>
            </a:extLst>
          </p:cNvPr>
          <p:cNvSpPr/>
          <p:nvPr/>
        </p:nvSpPr>
        <p:spPr>
          <a:xfrm>
            <a:off x="1901952" y="3419856"/>
            <a:ext cx="548640" cy="411480"/>
          </a:xfrm>
          <a:prstGeom prst="rect">
            <a:avLst/>
          </a:prstGeom>
          <a:noFill/>
          <a:ln/>
        </p:spPr>
        <p:txBody>
          <a:bodyPr wrap="square" lIns="0" tIns="0" rIns="0" bIns="0" rtlCol="0" anchor="ctr"/>
          <a:lstStyle/>
          <a:p>
            <a:pPr marL="0" indent="0" algn="ctr">
              <a:buNone/>
            </a:pPr>
            <a:r>
              <a:rPr lang="en-US" sz="1600" dirty="0"/>
              <a:t>→</a:t>
            </a:r>
          </a:p>
        </p:txBody>
      </p:sp>
      <p:sp>
        <p:nvSpPr>
          <p:cNvPr id="52" name="Shape 23">
            <a:extLst>
              <a:ext uri="{FF2B5EF4-FFF2-40B4-BE49-F238E27FC236}">
                <a16:creationId xmlns:a16="http://schemas.microsoft.com/office/drawing/2014/main" id="{41F1160F-8CD1-9EAA-54CA-68C7B22391C0}"/>
              </a:ext>
            </a:extLst>
          </p:cNvPr>
          <p:cNvSpPr/>
          <p:nvPr/>
        </p:nvSpPr>
        <p:spPr>
          <a:xfrm>
            <a:off x="2496312" y="3255264"/>
            <a:ext cx="804672" cy="804672"/>
          </a:xfrm>
          <a:prstGeom prst="ellipse">
            <a:avLst/>
          </a:prstGeom>
          <a:solidFill>
            <a:srgbClr val="7B61FF"/>
          </a:solidFill>
          <a:ln w="12700">
            <a:solidFill>
              <a:srgbClr val="7B61FF"/>
            </a:solidFill>
            <a:prstDash val="solid"/>
          </a:ln>
        </p:spPr>
      </p:sp>
      <p:sp>
        <p:nvSpPr>
          <p:cNvPr id="53" name="Text 24">
            <a:extLst>
              <a:ext uri="{FF2B5EF4-FFF2-40B4-BE49-F238E27FC236}">
                <a16:creationId xmlns:a16="http://schemas.microsoft.com/office/drawing/2014/main" id="{BA23DE1E-F83C-18DF-D817-EC83383DD094}"/>
              </a:ext>
            </a:extLst>
          </p:cNvPr>
          <p:cNvSpPr/>
          <p:nvPr/>
        </p:nvSpPr>
        <p:spPr>
          <a:xfrm>
            <a:off x="2496312" y="3255264"/>
            <a:ext cx="804672" cy="804672"/>
          </a:xfrm>
          <a:prstGeom prst="rect">
            <a:avLst/>
          </a:prstGeom>
          <a:noFill/>
          <a:ln/>
        </p:spPr>
        <p:txBody>
          <a:bodyPr wrap="square" lIns="0" tIns="0" rIns="0" bIns="0" rtlCol="0" anchor="ctr"/>
          <a:lstStyle/>
          <a:p>
            <a:pPr marL="0" indent="0" algn="ctr">
              <a:buNone/>
            </a:pPr>
            <a:r>
              <a:rPr lang="en-US" sz="1600" b="1" dirty="0">
                <a:latin typeface="Arial Black" pitchFamily="34" charset="0"/>
                <a:ea typeface="Arial Black" pitchFamily="34" charset="-122"/>
                <a:cs typeface="Arial Black" pitchFamily="34" charset="-120"/>
              </a:rPr>
              <a:t>2</a:t>
            </a:r>
            <a:endParaRPr lang="en-US" sz="1600" dirty="0"/>
          </a:p>
        </p:txBody>
      </p:sp>
      <p:sp>
        <p:nvSpPr>
          <p:cNvPr id="54" name="Text 25">
            <a:extLst>
              <a:ext uri="{FF2B5EF4-FFF2-40B4-BE49-F238E27FC236}">
                <a16:creationId xmlns:a16="http://schemas.microsoft.com/office/drawing/2014/main" id="{9E0F1655-BDE2-DD16-22C3-84DD0380E7D3}"/>
              </a:ext>
            </a:extLst>
          </p:cNvPr>
          <p:cNvSpPr/>
          <p:nvPr/>
        </p:nvSpPr>
        <p:spPr>
          <a:xfrm>
            <a:off x="2404872" y="4105656"/>
            <a:ext cx="987552" cy="457200"/>
          </a:xfrm>
          <a:prstGeom prst="rect">
            <a:avLst/>
          </a:prstGeom>
          <a:noFill/>
          <a:ln/>
        </p:spPr>
        <p:txBody>
          <a:bodyPr wrap="square" lIns="0" tIns="0" rIns="0" bIns="0" rtlCol="0" anchor="ctr"/>
          <a:lstStyle/>
          <a:p>
            <a:pPr marL="0" indent="0" algn="ctr">
              <a:buNone/>
            </a:pPr>
            <a:r>
              <a:rPr lang="en-US" sz="1000" dirty="0">
                <a:latin typeface="Calibri" pitchFamily="34" charset="0"/>
                <a:ea typeface="Calibri" pitchFamily="34" charset="-122"/>
                <a:cs typeface="Calibri" pitchFamily="34" charset="-120"/>
              </a:rPr>
              <a:t>Analyze</a:t>
            </a:r>
            <a:endParaRPr lang="en-US" sz="1000" dirty="0"/>
          </a:p>
          <a:p>
            <a:pPr marL="0" indent="0" algn="ctr">
              <a:buNone/>
            </a:pPr>
            <a:r>
              <a:rPr lang="en-US" sz="1000" dirty="0">
                <a:latin typeface="Calibri" pitchFamily="34" charset="0"/>
                <a:ea typeface="Calibri" pitchFamily="34" charset="-122"/>
                <a:cs typeface="Calibri" pitchFamily="34" charset="-120"/>
              </a:rPr>
              <a:t>Bug</a:t>
            </a:r>
            <a:endParaRPr lang="en-US" sz="1000" dirty="0"/>
          </a:p>
        </p:txBody>
      </p:sp>
      <p:sp>
        <p:nvSpPr>
          <p:cNvPr id="55" name="Text 26">
            <a:extLst>
              <a:ext uri="{FF2B5EF4-FFF2-40B4-BE49-F238E27FC236}">
                <a16:creationId xmlns:a16="http://schemas.microsoft.com/office/drawing/2014/main" id="{5BFDF1C0-19C7-236A-6386-25A88985E36A}"/>
              </a:ext>
            </a:extLst>
          </p:cNvPr>
          <p:cNvSpPr/>
          <p:nvPr/>
        </p:nvSpPr>
        <p:spPr>
          <a:xfrm>
            <a:off x="3319272" y="3419856"/>
            <a:ext cx="548640" cy="411480"/>
          </a:xfrm>
          <a:prstGeom prst="rect">
            <a:avLst/>
          </a:prstGeom>
          <a:noFill/>
          <a:ln/>
        </p:spPr>
        <p:txBody>
          <a:bodyPr wrap="square" lIns="0" tIns="0" rIns="0" bIns="0" rtlCol="0" anchor="ctr"/>
          <a:lstStyle/>
          <a:p>
            <a:pPr marL="0" indent="0" algn="ctr">
              <a:buNone/>
            </a:pPr>
            <a:r>
              <a:rPr lang="en-US" sz="1600" dirty="0"/>
              <a:t>→</a:t>
            </a:r>
          </a:p>
        </p:txBody>
      </p:sp>
      <p:sp>
        <p:nvSpPr>
          <p:cNvPr id="56" name="Shape 27">
            <a:extLst>
              <a:ext uri="{FF2B5EF4-FFF2-40B4-BE49-F238E27FC236}">
                <a16:creationId xmlns:a16="http://schemas.microsoft.com/office/drawing/2014/main" id="{053CF51A-88C7-1FF6-B99E-8C21D4BA8615}"/>
              </a:ext>
            </a:extLst>
          </p:cNvPr>
          <p:cNvSpPr/>
          <p:nvPr/>
        </p:nvSpPr>
        <p:spPr>
          <a:xfrm>
            <a:off x="3913632" y="3255264"/>
            <a:ext cx="804672" cy="804672"/>
          </a:xfrm>
          <a:prstGeom prst="ellipse">
            <a:avLst/>
          </a:prstGeom>
          <a:solidFill>
            <a:srgbClr val="00C6FF"/>
          </a:solidFill>
          <a:ln w="12700">
            <a:solidFill>
              <a:srgbClr val="00C6FF"/>
            </a:solidFill>
            <a:prstDash val="solid"/>
          </a:ln>
        </p:spPr>
      </p:sp>
      <p:sp>
        <p:nvSpPr>
          <p:cNvPr id="57" name="Text 28">
            <a:extLst>
              <a:ext uri="{FF2B5EF4-FFF2-40B4-BE49-F238E27FC236}">
                <a16:creationId xmlns:a16="http://schemas.microsoft.com/office/drawing/2014/main" id="{5CCC8CBA-7C2B-CB70-452B-B348E64CE4BD}"/>
              </a:ext>
            </a:extLst>
          </p:cNvPr>
          <p:cNvSpPr/>
          <p:nvPr/>
        </p:nvSpPr>
        <p:spPr>
          <a:xfrm>
            <a:off x="3913632" y="3255264"/>
            <a:ext cx="804672" cy="804672"/>
          </a:xfrm>
          <a:prstGeom prst="rect">
            <a:avLst/>
          </a:prstGeom>
          <a:noFill/>
          <a:ln/>
        </p:spPr>
        <p:txBody>
          <a:bodyPr wrap="square" lIns="0" tIns="0" rIns="0" bIns="0" rtlCol="0" anchor="ctr"/>
          <a:lstStyle/>
          <a:p>
            <a:pPr marL="0" indent="0" algn="ctr">
              <a:buNone/>
            </a:pPr>
            <a:r>
              <a:rPr lang="en-US" sz="1600" b="1" dirty="0">
                <a:latin typeface="Arial Black" pitchFamily="34" charset="0"/>
                <a:ea typeface="Arial Black" pitchFamily="34" charset="-122"/>
                <a:cs typeface="Arial Black" pitchFamily="34" charset="-120"/>
              </a:rPr>
              <a:t>3</a:t>
            </a:r>
            <a:endParaRPr lang="en-US" sz="1600" dirty="0"/>
          </a:p>
        </p:txBody>
      </p:sp>
      <p:sp>
        <p:nvSpPr>
          <p:cNvPr id="58" name="Text 29">
            <a:extLst>
              <a:ext uri="{FF2B5EF4-FFF2-40B4-BE49-F238E27FC236}">
                <a16:creationId xmlns:a16="http://schemas.microsoft.com/office/drawing/2014/main" id="{673CE1DC-1EB6-9968-1A6B-65EB7954EEBC}"/>
              </a:ext>
            </a:extLst>
          </p:cNvPr>
          <p:cNvSpPr/>
          <p:nvPr/>
        </p:nvSpPr>
        <p:spPr>
          <a:xfrm>
            <a:off x="3822192" y="4105656"/>
            <a:ext cx="987552" cy="457200"/>
          </a:xfrm>
          <a:prstGeom prst="rect">
            <a:avLst/>
          </a:prstGeom>
          <a:noFill/>
          <a:ln/>
        </p:spPr>
        <p:txBody>
          <a:bodyPr wrap="square" lIns="0" tIns="0" rIns="0" bIns="0" rtlCol="0" anchor="ctr"/>
          <a:lstStyle/>
          <a:p>
            <a:pPr marL="0" indent="0" algn="ctr">
              <a:buNone/>
            </a:pPr>
            <a:r>
              <a:rPr lang="en-US" sz="1000" dirty="0">
                <a:latin typeface="Calibri" pitchFamily="34" charset="0"/>
                <a:ea typeface="Calibri" pitchFamily="34" charset="-122"/>
                <a:cs typeface="Calibri" pitchFamily="34" charset="-120"/>
              </a:rPr>
              <a:t>Search</a:t>
            </a:r>
            <a:endParaRPr lang="en-US" sz="1000" dirty="0"/>
          </a:p>
          <a:p>
            <a:pPr marL="0" indent="0" algn="ctr">
              <a:buNone/>
            </a:pPr>
            <a:r>
              <a:rPr lang="en-US" sz="1000" dirty="0">
                <a:latin typeface="Calibri" pitchFamily="34" charset="0"/>
                <a:ea typeface="Calibri" pitchFamily="34" charset="-122"/>
                <a:cs typeface="Calibri" pitchFamily="34" charset="-120"/>
              </a:rPr>
              <a:t>Codebase</a:t>
            </a:r>
            <a:endParaRPr lang="en-US" sz="1000" dirty="0"/>
          </a:p>
        </p:txBody>
      </p:sp>
      <p:sp>
        <p:nvSpPr>
          <p:cNvPr id="59" name="Text 30">
            <a:extLst>
              <a:ext uri="{FF2B5EF4-FFF2-40B4-BE49-F238E27FC236}">
                <a16:creationId xmlns:a16="http://schemas.microsoft.com/office/drawing/2014/main" id="{23D4DD12-B494-C52C-409E-A88FC2269F15}"/>
              </a:ext>
            </a:extLst>
          </p:cNvPr>
          <p:cNvSpPr/>
          <p:nvPr/>
        </p:nvSpPr>
        <p:spPr>
          <a:xfrm>
            <a:off x="4736592" y="3419856"/>
            <a:ext cx="548640" cy="411480"/>
          </a:xfrm>
          <a:prstGeom prst="rect">
            <a:avLst/>
          </a:prstGeom>
          <a:noFill/>
          <a:ln/>
        </p:spPr>
        <p:txBody>
          <a:bodyPr wrap="square" lIns="0" tIns="0" rIns="0" bIns="0" rtlCol="0" anchor="ctr"/>
          <a:lstStyle/>
          <a:p>
            <a:pPr marL="0" indent="0" algn="ctr">
              <a:buNone/>
            </a:pPr>
            <a:r>
              <a:rPr lang="en-US" sz="1600" dirty="0"/>
              <a:t>→</a:t>
            </a:r>
          </a:p>
        </p:txBody>
      </p:sp>
      <p:sp>
        <p:nvSpPr>
          <p:cNvPr id="60" name="Shape 31">
            <a:extLst>
              <a:ext uri="{FF2B5EF4-FFF2-40B4-BE49-F238E27FC236}">
                <a16:creationId xmlns:a16="http://schemas.microsoft.com/office/drawing/2014/main" id="{068A96E2-B744-9855-9D91-32A27437201B}"/>
              </a:ext>
            </a:extLst>
          </p:cNvPr>
          <p:cNvSpPr/>
          <p:nvPr/>
        </p:nvSpPr>
        <p:spPr>
          <a:xfrm>
            <a:off x="5330952" y="3255264"/>
            <a:ext cx="804672" cy="804672"/>
          </a:xfrm>
          <a:prstGeom prst="ellipse">
            <a:avLst/>
          </a:prstGeom>
          <a:solidFill>
            <a:srgbClr val="00D68F"/>
          </a:solidFill>
          <a:ln w="12700">
            <a:solidFill>
              <a:srgbClr val="00D68F"/>
            </a:solidFill>
            <a:prstDash val="solid"/>
          </a:ln>
        </p:spPr>
      </p:sp>
      <p:sp>
        <p:nvSpPr>
          <p:cNvPr id="61" name="Text 32">
            <a:extLst>
              <a:ext uri="{FF2B5EF4-FFF2-40B4-BE49-F238E27FC236}">
                <a16:creationId xmlns:a16="http://schemas.microsoft.com/office/drawing/2014/main" id="{4F5218E3-6586-BF6F-A65A-0F54DD1F95DB}"/>
              </a:ext>
            </a:extLst>
          </p:cNvPr>
          <p:cNvSpPr/>
          <p:nvPr/>
        </p:nvSpPr>
        <p:spPr>
          <a:xfrm>
            <a:off x="5330952" y="3255264"/>
            <a:ext cx="804672" cy="804672"/>
          </a:xfrm>
          <a:prstGeom prst="rect">
            <a:avLst/>
          </a:prstGeom>
          <a:noFill/>
          <a:ln/>
        </p:spPr>
        <p:txBody>
          <a:bodyPr wrap="square" lIns="0" tIns="0" rIns="0" bIns="0" rtlCol="0" anchor="ctr"/>
          <a:lstStyle/>
          <a:p>
            <a:pPr marL="0" indent="0" algn="ctr">
              <a:buNone/>
            </a:pPr>
            <a:r>
              <a:rPr lang="en-US" sz="1600" b="1" dirty="0">
                <a:latin typeface="Arial Black" pitchFamily="34" charset="0"/>
                <a:ea typeface="Arial Black" pitchFamily="34" charset="-122"/>
                <a:cs typeface="Arial Black" pitchFamily="34" charset="-120"/>
              </a:rPr>
              <a:t>4</a:t>
            </a:r>
            <a:endParaRPr lang="en-US" sz="1600" dirty="0"/>
          </a:p>
        </p:txBody>
      </p:sp>
      <p:sp>
        <p:nvSpPr>
          <p:cNvPr id="62" name="Text 33">
            <a:extLst>
              <a:ext uri="{FF2B5EF4-FFF2-40B4-BE49-F238E27FC236}">
                <a16:creationId xmlns:a16="http://schemas.microsoft.com/office/drawing/2014/main" id="{6D6BA584-3152-2F97-AC7E-A260A4FC8100}"/>
              </a:ext>
            </a:extLst>
          </p:cNvPr>
          <p:cNvSpPr/>
          <p:nvPr/>
        </p:nvSpPr>
        <p:spPr>
          <a:xfrm>
            <a:off x="5239512" y="4105656"/>
            <a:ext cx="987552" cy="457200"/>
          </a:xfrm>
          <a:prstGeom prst="rect">
            <a:avLst/>
          </a:prstGeom>
          <a:noFill/>
          <a:ln/>
        </p:spPr>
        <p:txBody>
          <a:bodyPr wrap="square" lIns="0" tIns="0" rIns="0" bIns="0" rtlCol="0" anchor="ctr"/>
          <a:lstStyle/>
          <a:p>
            <a:pPr marL="0" indent="0" algn="ctr">
              <a:buNone/>
            </a:pPr>
            <a:r>
              <a:rPr lang="en-US" sz="1000" dirty="0">
                <a:latin typeface="Calibri" pitchFamily="34" charset="0"/>
                <a:ea typeface="Calibri" pitchFamily="34" charset="-122"/>
                <a:cs typeface="Calibri" pitchFamily="34" charset="-120"/>
              </a:rPr>
              <a:t>Write</a:t>
            </a:r>
            <a:endParaRPr lang="en-US" sz="1000" dirty="0"/>
          </a:p>
          <a:p>
            <a:pPr marL="0" indent="0" algn="ctr">
              <a:buNone/>
            </a:pPr>
            <a:r>
              <a:rPr lang="en-US" sz="1000" dirty="0">
                <a:latin typeface="Calibri" pitchFamily="34" charset="0"/>
                <a:ea typeface="Calibri" pitchFamily="34" charset="-122"/>
                <a:cs typeface="Calibri" pitchFamily="34" charset="-120"/>
              </a:rPr>
              <a:t>Fix</a:t>
            </a:r>
            <a:endParaRPr lang="en-US" sz="1000" dirty="0"/>
          </a:p>
        </p:txBody>
      </p:sp>
      <p:sp>
        <p:nvSpPr>
          <p:cNvPr id="63" name="Text 34">
            <a:extLst>
              <a:ext uri="{FF2B5EF4-FFF2-40B4-BE49-F238E27FC236}">
                <a16:creationId xmlns:a16="http://schemas.microsoft.com/office/drawing/2014/main" id="{059488BC-3206-DC64-9C38-19D77B43061C}"/>
              </a:ext>
            </a:extLst>
          </p:cNvPr>
          <p:cNvSpPr/>
          <p:nvPr/>
        </p:nvSpPr>
        <p:spPr>
          <a:xfrm>
            <a:off x="6153912" y="3419856"/>
            <a:ext cx="548640" cy="411480"/>
          </a:xfrm>
          <a:prstGeom prst="rect">
            <a:avLst/>
          </a:prstGeom>
          <a:noFill/>
          <a:ln/>
        </p:spPr>
        <p:txBody>
          <a:bodyPr wrap="square" lIns="0" tIns="0" rIns="0" bIns="0" rtlCol="0" anchor="ctr"/>
          <a:lstStyle/>
          <a:p>
            <a:pPr marL="0" indent="0" algn="ctr">
              <a:buNone/>
            </a:pPr>
            <a:r>
              <a:rPr lang="en-US" sz="1600" dirty="0"/>
              <a:t>→</a:t>
            </a:r>
          </a:p>
        </p:txBody>
      </p:sp>
      <p:sp>
        <p:nvSpPr>
          <p:cNvPr id="64" name="Shape 35">
            <a:extLst>
              <a:ext uri="{FF2B5EF4-FFF2-40B4-BE49-F238E27FC236}">
                <a16:creationId xmlns:a16="http://schemas.microsoft.com/office/drawing/2014/main" id="{D683CAA1-26A9-AD92-8724-5FA7D2ED81C8}"/>
              </a:ext>
            </a:extLst>
          </p:cNvPr>
          <p:cNvSpPr/>
          <p:nvPr/>
        </p:nvSpPr>
        <p:spPr>
          <a:xfrm>
            <a:off x="6748272" y="3255264"/>
            <a:ext cx="804672" cy="804672"/>
          </a:xfrm>
          <a:prstGeom prst="ellipse">
            <a:avLst/>
          </a:prstGeom>
          <a:solidFill>
            <a:srgbClr val="FFB347"/>
          </a:solidFill>
          <a:ln w="12700">
            <a:solidFill>
              <a:srgbClr val="FFB347"/>
            </a:solidFill>
            <a:prstDash val="solid"/>
          </a:ln>
        </p:spPr>
      </p:sp>
      <p:sp>
        <p:nvSpPr>
          <p:cNvPr id="65" name="Text 36">
            <a:extLst>
              <a:ext uri="{FF2B5EF4-FFF2-40B4-BE49-F238E27FC236}">
                <a16:creationId xmlns:a16="http://schemas.microsoft.com/office/drawing/2014/main" id="{8D226E36-E893-ECC6-4228-8DC231500E38}"/>
              </a:ext>
            </a:extLst>
          </p:cNvPr>
          <p:cNvSpPr/>
          <p:nvPr/>
        </p:nvSpPr>
        <p:spPr>
          <a:xfrm>
            <a:off x="6748272" y="3255264"/>
            <a:ext cx="804672" cy="804672"/>
          </a:xfrm>
          <a:prstGeom prst="rect">
            <a:avLst/>
          </a:prstGeom>
          <a:noFill/>
          <a:ln/>
        </p:spPr>
        <p:txBody>
          <a:bodyPr wrap="square" lIns="0" tIns="0" rIns="0" bIns="0" rtlCol="0" anchor="ctr"/>
          <a:lstStyle/>
          <a:p>
            <a:pPr marL="0" indent="0" algn="ctr">
              <a:buNone/>
            </a:pPr>
            <a:r>
              <a:rPr lang="en-US" sz="1600" b="1" dirty="0">
                <a:latin typeface="Arial Black" pitchFamily="34" charset="0"/>
                <a:ea typeface="Arial Black" pitchFamily="34" charset="-122"/>
                <a:cs typeface="Arial Black" pitchFamily="34" charset="-120"/>
              </a:rPr>
              <a:t>5</a:t>
            </a:r>
            <a:endParaRPr lang="en-US" sz="1600" dirty="0"/>
          </a:p>
        </p:txBody>
      </p:sp>
      <p:sp>
        <p:nvSpPr>
          <p:cNvPr id="66" name="Text 37">
            <a:extLst>
              <a:ext uri="{FF2B5EF4-FFF2-40B4-BE49-F238E27FC236}">
                <a16:creationId xmlns:a16="http://schemas.microsoft.com/office/drawing/2014/main" id="{952F9FB7-87C0-C050-0104-EE87BA8901CF}"/>
              </a:ext>
            </a:extLst>
          </p:cNvPr>
          <p:cNvSpPr/>
          <p:nvPr/>
        </p:nvSpPr>
        <p:spPr>
          <a:xfrm>
            <a:off x="6656832" y="4105656"/>
            <a:ext cx="987552" cy="457200"/>
          </a:xfrm>
          <a:prstGeom prst="rect">
            <a:avLst/>
          </a:prstGeom>
          <a:noFill/>
          <a:ln/>
        </p:spPr>
        <p:txBody>
          <a:bodyPr wrap="square" lIns="0" tIns="0" rIns="0" bIns="0" rtlCol="0" anchor="ctr"/>
          <a:lstStyle/>
          <a:p>
            <a:pPr marL="0" indent="0" algn="ctr">
              <a:buNone/>
            </a:pPr>
            <a:r>
              <a:rPr lang="en-US" sz="1000" dirty="0">
                <a:latin typeface="Calibri" pitchFamily="34" charset="0"/>
                <a:ea typeface="Calibri" pitchFamily="34" charset="-122"/>
                <a:cs typeface="Calibri" pitchFamily="34" charset="-120"/>
              </a:rPr>
              <a:t>Run</a:t>
            </a:r>
            <a:endParaRPr lang="en-US" sz="1000" dirty="0"/>
          </a:p>
          <a:p>
            <a:pPr marL="0" indent="0" algn="ctr">
              <a:buNone/>
            </a:pPr>
            <a:r>
              <a:rPr lang="en-US" sz="1000" dirty="0">
                <a:latin typeface="Calibri" pitchFamily="34" charset="0"/>
                <a:ea typeface="Calibri" pitchFamily="34" charset="-122"/>
                <a:cs typeface="Calibri" pitchFamily="34" charset="-120"/>
              </a:rPr>
              <a:t>Tests</a:t>
            </a:r>
            <a:endParaRPr lang="en-US" sz="1000" dirty="0"/>
          </a:p>
        </p:txBody>
      </p:sp>
      <p:sp>
        <p:nvSpPr>
          <p:cNvPr id="67" name="Text 38">
            <a:extLst>
              <a:ext uri="{FF2B5EF4-FFF2-40B4-BE49-F238E27FC236}">
                <a16:creationId xmlns:a16="http://schemas.microsoft.com/office/drawing/2014/main" id="{949C2799-C3B3-5FAD-8671-DE2EE7911EFF}"/>
              </a:ext>
            </a:extLst>
          </p:cNvPr>
          <p:cNvSpPr/>
          <p:nvPr/>
        </p:nvSpPr>
        <p:spPr>
          <a:xfrm>
            <a:off x="7571232" y="3419856"/>
            <a:ext cx="548640" cy="411480"/>
          </a:xfrm>
          <a:prstGeom prst="rect">
            <a:avLst/>
          </a:prstGeom>
          <a:noFill/>
          <a:ln/>
        </p:spPr>
        <p:txBody>
          <a:bodyPr wrap="square" lIns="0" tIns="0" rIns="0" bIns="0" rtlCol="0" anchor="ctr"/>
          <a:lstStyle/>
          <a:p>
            <a:pPr marL="0" indent="0" algn="ctr">
              <a:buNone/>
            </a:pPr>
            <a:r>
              <a:rPr lang="en-US" sz="1600" dirty="0"/>
              <a:t>→</a:t>
            </a:r>
          </a:p>
        </p:txBody>
      </p:sp>
      <p:sp>
        <p:nvSpPr>
          <p:cNvPr id="68" name="Shape 39">
            <a:extLst>
              <a:ext uri="{FF2B5EF4-FFF2-40B4-BE49-F238E27FC236}">
                <a16:creationId xmlns:a16="http://schemas.microsoft.com/office/drawing/2014/main" id="{95EC8A1F-10DB-B03A-3D89-5E2D7C325C45}"/>
              </a:ext>
            </a:extLst>
          </p:cNvPr>
          <p:cNvSpPr/>
          <p:nvPr/>
        </p:nvSpPr>
        <p:spPr>
          <a:xfrm>
            <a:off x="8165592" y="3255264"/>
            <a:ext cx="804672" cy="804672"/>
          </a:xfrm>
          <a:prstGeom prst="ellipse">
            <a:avLst/>
          </a:prstGeom>
          <a:solidFill>
            <a:srgbClr val="FF6B6B"/>
          </a:solidFill>
          <a:ln w="12700">
            <a:solidFill>
              <a:srgbClr val="FF6B6B"/>
            </a:solidFill>
            <a:prstDash val="solid"/>
          </a:ln>
        </p:spPr>
      </p:sp>
      <p:sp>
        <p:nvSpPr>
          <p:cNvPr id="69" name="Text 40">
            <a:extLst>
              <a:ext uri="{FF2B5EF4-FFF2-40B4-BE49-F238E27FC236}">
                <a16:creationId xmlns:a16="http://schemas.microsoft.com/office/drawing/2014/main" id="{4EB8CE25-91D6-E5A7-68F9-F240F2C18266}"/>
              </a:ext>
            </a:extLst>
          </p:cNvPr>
          <p:cNvSpPr/>
          <p:nvPr/>
        </p:nvSpPr>
        <p:spPr>
          <a:xfrm>
            <a:off x="8165592" y="3255264"/>
            <a:ext cx="804672" cy="804672"/>
          </a:xfrm>
          <a:prstGeom prst="rect">
            <a:avLst/>
          </a:prstGeom>
          <a:noFill/>
          <a:ln/>
        </p:spPr>
        <p:txBody>
          <a:bodyPr wrap="square" lIns="0" tIns="0" rIns="0" bIns="0" rtlCol="0" anchor="ctr"/>
          <a:lstStyle/>
          <a:p>
            <a:pPr marL="0" indent="0" algn="ctr">
              <a:buNone/>
            </a:pPr>
            <a:r>
              <a:rPr lang="en-US" sz="1600" b="1" dirty="0">
                <a:latin typeface="Arial Black" pitchFamily="34" charset="0"/>
                <a:ea typeface="Arial Black" pitchFamily="34" charset="-122"/>
                <a:cs typeface="Arial Black" pitchFamily="34" charset="-120"/>
              </a:rPr>
              <a:t>↺</a:t>
            </a:r>
            <a:endParaRPr lang="en-US" sz="1600" dirty="0"/>
          </a:p>
        </p:txBody>
      </p:sp>
      <p:sp>
        <p:nvSpPr>
          <p:cNvPr id="70" name="Text 41">
            <a:extLst>
              <a:ext uri="{FF2B5EF4-FFF2-40B4-BE49-F238E27FC236}">
                <a16:creationId xmlns:a16="http://schemas.microsoft.com/office/drawing/2014/main" id="{4CA95B31-5E40-EDE8-0C76-46F6619A166C}"/>
              </a:ext>
            </a:extLst>
          </p:cNvPr>
          <p:cNvSpPr/>
          <p:nvPr/>
        </p:nvSpPr>
        <p:spPr>
          <a:xfrm>
            <a:off x="8074152" y="4105656"/>
            <a:ext cx="987552" cy="457200"/>
          </a:xfrm>
          <a:prstGeom prst="rect">
            <a:avLst/>
          </a:prstGeom>
          <a:noFill/>
          <a:ln/>
        </p:spPr>
        <p:txBody>
          <a:bodyPr wrap="square" lIns="0" tIns="0" rIns="0" bIns="0" rtlCol="0" anchor="ctr"/>
          <a:lstStyle/>
          <a:p>
            <a:pPr marL="0" indent="0" algn="ctr">
              <a:buNone/>
            </a:pPr>
            <a:r>
              <a:rPr lang="en-US" sz="1000" dirty="0">
                <a:latin typeface="Calibri" pitchFamily="34" charset="0"/>
                <a:ea typeface="Calibri" pitchFamily="34" charset="-122"/>
                <a:cs typeface="Calibri" pitchFamily="34" charset="-120"/>
              </a:rPr>
              <a:t>Loop if</a:t>
            </a:r>
            <a:endParaRPr lang="en-US" sz="1000" dirty="0"/>
          </a:p>
          <a:p>
            <a:pPr marL="0" indent="0" algn="ctr">
              <a:buNone/>
            </a:pPr>
            <a:r>
              <a:rPr lang="en-US" sz="1000" dirty="0">
                <a:latin typeface="Calibri" pitchFamily="34" charset="0"/>
                <a:ea typeface="Calibri" pitchFamily="34" charset="-122"/>
                <a:cs typeface="Calibri" pitchFamily="34" charset="-120"/>
              </a:rPr>
              <a:t>Fail</a:t>
            </a:r>
            <a:endParaRPr lang="en-US" sz="1000" dirty="0"/>
          </a:p>
        </p:txBody>
      </p:sp>
      <p:sp>
        <p:nvSpPr>
          <p:cNvPr id="71" name="Text 42">
            <a:extLst>
              <a:ext uri="{FF2B5EF4-FFF2-40B4-BE49-F238E27FC236}">
                <a16:creationId xmlns:a16="http://schemas.microsoft.com/office/drawing/2014/main" id="{3B8460BB-CC0A-9D1F-4B9B-C4B24A3DA712}"/>
              </a:ext>
            </a:extLst>
          </p:cNvPr>
          <p:cNvSpPr/>
          <p:nvPr/>
        </p:nvSpPr>
        <p:spPr>
          <a:xfrm>
            <a:off x="2039112" y="4626864"/>
            <a:ext cx="6400800" cy="274320"/>
          </a:xfrm>
          <a:prstGeom prst="rect">
            <a:avLst/>
          </a:prstGeom>
          <a:noFill/>
          <a:ln/>
        </p:spPr>
        <p:txBody>
          <a:bodyPr wrap="square" lIns="0" tIns="0" rIns="0" bIns="0" rtlCol="0" anchor="ctr"/>
          <a:lstStyle/>
          <a:p>
            <a:pPr marL="0" indent="0" algn="ctr">
              <a:buNone/>
            </a:pPr>
            <a:r>
              <a:rPr lang="en-US" sz="1100" i="1" dirty="0">
                <a:solidFill>
                  <a:srgbClr val="8B949E"/>
                </a:solidFill>
                <a:latin typeface="Calibri" pitchFamily="34" charset="0"/>
                <a:ea typeface="Calibri" pitchFamily="34" charset="-122"/>
                <a:cs typeface="Calibri" pitchFamily="34" charset="-120"/>
              </a:rPr>
              <a:t>Human-in-the-Loop option available at any stage</a:t>
            </a:r>
            <a:endParaRPr lang="en-US" sz="1100" dirty="0"/>
          </a:p>
        </p:txBody>
      </p:sp>
      <p:sp>
        <p:nvSpPr>
          <p:cNvPr id="72" name="Shape 43">
            <a:extLst>
              <a:ext uri="{FF2B5EF4-FFF2-40B4-BE49-F238E27FC236}">
                <a16:creationId xmlns:a16="http://schemas.microsoft.com/office/drawing/2014/main" id="{E14D1991-4F08-19EE-47EE-50D3816F8CC0}"/>
              </a:ext>
            </a:extLst>
          </p:cNvPr>
          <p:cNvSpPr/>
          <p:nvPr/>
        </p:nvSpPr>
        <p:spPr>
          <a:xfrm>
            <a:off x="896112" y="4992624"/>
            <a:ext cx="8686800" cy="502920"/>
          </a:xfrm>
          <a:prstGeom prst="rect">
            <a:avLst/>
          </a:prstGeom>
          <a:solidFill>
            <a:srgbClr val="001A0F"/>
          </a:solidFill>
          <a:ln w="12700">
            <a:solidFill>
              <a:srgbClr val="00D68F"/>
            </a:solidFill>
            <a:prstDash val="solid"/>
          </a:ln>
        </p:spPr>
      </p:sp>
      <p:sp>
        <p:nvSpPr>
          <p:cNvPr id="73" name="Text 44">
            <a:extLst>
              <a:ext uri="{FF2B5EF4-FFF2-40B4-BE49-F238E27FC236}">
                <a16:creationId xmlns:a16="http://schemas.microsoft.com/office/drawing/2014/main" id="{0755B334-D6D8-93EB-3007-AAECDB303CAA}"/>
              </a:ext>
            </a:extLst>
          </p:cNvPr>
          <p:cNvSpPr/>
          <p:nvPr/>
        </p:nvSpPr>
        <p:spPr>
          <a:xfrm>
            <a:off x="1078992" y="4992624"/>
            <a:ext cx="8321040" cy="502920"/>
          </a:xfrm>
          <a:prstGeom prst="rect">
            <a:avLst/>
          </a:prstGeom>
          <a:noFill/>
          <a:ln/>
        </p:spPr>
        <p:txBody>
          <a:bodyPr wrap="square" lIns="0" tIns="0" rIns="0" bIns="0" rtlCol="0" anchor="ctr"/>
          <a:lstStyle/>
          <a:p>
            <a:pPr marL="0" indent="0">
              <a:buNone/>
            </a:pPr>
            <a:r>
              <a:rPr lang="en-US" sz="1200" dirty="0">
                <a:solidFill>
                  <a:srgbClr val="C9D1D9"/>
                </a:solidFill>
                <a:latin typeface="Calibri" pitchFamily="34" charset="0"/>
                <a:ea typeface="Calibri" pitchFamily="34" charset="-122"/>
                <a:cs typeface="Calibri" pitchFamily="34" charset="-120"/>
              </a:rPr>
              <a:t>🎯  KEY OUTCOME:  A portfolio-ready autonomous system that performs real end-to-end work.</a:t>
            </a:r>
            <a:endParaRPr lang="en-US" sz="1200" dirty="0"/>
          </a:p>
        </p:txBody>
      </p:sp>
    </p:spTree>
    <p:extLst>
      <p:ext uri="{BB962C8B-B14F-4D97-AF65-F5344CB8AC3E}">
        <p14:creationId xmlns:p14="http://schemas.microsoft.com/office/powerpoint/2010/main" val="2436340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FA02126-1429-DCE6-8109-EF0BD3095731}"/>
              </a:ext>
            </a:extLst>
          </p:cNvPr>
          <p:cNvSpPr/>
          <p:nvPr/>
        </p:nvSpPr>
        <p:spPr>
          <a:xfrm>
            <a:off x="1261872" y="512064"/>
            <a:ext cx="9144000" cy="64008"/>
          </a:xfrm>
          <a:prstGeom prst="rect">
            <a:avLst/>
          </a:prstGeom>
          <a:solidFill>
            <a:srgbClr val="0A84FF"/>
          </a:solidFill>
          <a:ln w="12700">
            <a:solidFill>
              <a:srgbClr val="0A84FF"/>
            </a:solidFill>
            <a:prstDash val="solid"/>
          </a:ln>
        </p:spPr>
      </p:sp>
      <p:sp>
        <p:nvSpPr>
          <p:cNvPr id="3" name="Shape 1">
            <a:extLst>
              <a:ext uri="{FF2B5EF4-FFF2-40B4-BE49-F238E27FC236}">
                <a16:creationId xmlns:a16="http://schemas.microsoft.com/office/drawing/2014/main" id="{2AB1FD71-6D18-7572-8BBD-D420B5FE1A7F}"/>
              </a:ext>
            </a:extLst>
          </p:cNvPr>
          <p:cNvSpPr/>
          <p:nvPr/>
        </p:nvSpPr>
        <p:spPr>
          <a:xfrm>
            <a:off x="1261872" y="5591556"/>
            <a:ext cx="9144000" cy="64008"/>
          </a:xfrm>
          <a:prstGeom prst="rect">
            <a:avLst/>
          </a:prstGeom>
          <a:solidFill>
            <a:srgbClr val="7B61FF"/>
          </a:solidFill>
          <a:ln w="12700">
            <a:solidFill>
              <a:srgbClr val="7B61FF"/>
            </a:solidFill>
            <a:prstDash val="solid"/>
          </a:ln>
        </p:spPr>
      </p:sp>
      <p:sp>
        <p:nvSpPr>
          <p:cNvPr id="4" name="Text 2">
            <a:extLst>
              <a:ext uri="{FF2B5EF4-FFF2-40B4-BE49-F238E27FC236}">
                <a16:creationId xmlns:a16="http://schemas.microsoft.com/office/drawing/2014/main" id="{17E53413-E50E-160D-8BE7-212D0CA37C0E}"/>
              </a:ext>
            </a:extLst>
          </p:cNvPr>
          <p:cNvSpPr/>
          <p:nvPr/>
        </p:nvSpPr>
        <p:spPr>
          <a:xfrm>
            <a:off x="1719072" y="1152144"/>
            <a:ext cx="8229600" cy="914400"/>
          </a:xfrm>
          <a:prstGeom prst="rect">
            <a:avLst/>
          </a:prstGeom>
          <a:noFill/>
          <a:ln/>
        </p:spPr>
        <p:txBody>
          <a:bodyPr wrap="square" lIns="0" tIns="0" rIns="0" bIns="0" rtlCol="0" anchor="ctr"/>
          <a:lstStyle/>
          <a:p>
            <a:pPr marL="0" indent="0" algn="ctr">
              <a:buNone/>
            </a:pPr>
            <a:r>
              <a:rPr lang="en-US" sz="4000" b="1" kern="0" spc="400" dirty="0">
                <a:latin typeface="Arial Black" pitchFamily="34" charset="0"/>
                <a:ea typeface="Arial Black" pitchFamily="34" charset="-122"/>
                <a:cs typeface="Arial Black" pitchFamily="34" charset="-120"/>
              </a:rPr>
              <a:t>THE FUTURE IS AGENTIC.</a:t>
            </a:r>
            <a:endParaRPr lang="en-US" sz="4000" dirty="0"/>
          </a:p>
        </p:txBody>
      </p:sp>
      <p:sp>
        <p:nvSpPr>
          <p:cNvPr id="40" name="Shape 3">
            <a:extLst>
              <a:ext uri="{FF2B5EF4-FFF2-40B4-BE49-F238E27FC236}">
                <a16:creationId xmlns:a16="http://schemas.microsoft.com/office/drawing/2014/main" id="{C94145AB-0D69-A0A5-46CD-683A7FF2163F}"/>
              </a:ext>
            </a:extLst>
          </p:cNvPr>
          <p:cNvSpPr/>
          <p:nvPr/>
        </p:nvSpPr>
        <p:spPr>
          <a:xfrm>
            <a:off x="2359152" y="2340864"/>
            <a:ext cx="6949440" cy="548640"/>
          </a:xfrm>
          <a:prstGeom prst="rect">
            <a:avLst/>
          </a:prstGeom>
          <a:solidFill>
            <a:schemeClr val="accent3">
              <a:lumMod val="75000"/>
            </a:schemeClr>
          </a:solidFill>
          <a:ln w="12700">
            <a:solidFill>
              <a:srgbClr val="0A84FF"/>
            </a:solidFill>
            <a:prstDash val="solid"/>
          </a:ln>
        </p:spPr>
      </p:sp>
      <p:sp>
        <p:nvSpPr>
          <p:cNvPr id="41" name="Shape 4">
            <a:extLst>
              <a:ext uri="{FF2B5EF4-FFF2-40B4-BE49-F238E27FC236}">
                <a16:creationId xmlns:a16="http://schemas.microsoft.com/office/drawing/2014/main" id="{FABEABB4-2793-1976-3520-B1C84755DB80}"/>
              </a:ext>
            </a:extLst>
          </p:cNvPr>
          <p:cNvSpPr/>
          <p:nvPr/>
        </p:nvSpPr>
        <p:spPr>
          <a:xfrm>
            <a:off x="2359152" y="2423160"/>
            <a:ext cx="384048" cy="384048"/>
          </a:xfrm>
          <a:prstGeom prst="ellipse">
            <a:avLst/>
          </a:prstGeom>
          <a:solidFill>
            <a:srgbClr val="0A84FF"/>
          </a:solidFill>
          <a:ln w="12700">
            <a:solidFill>
              <a:srgbClr val="0A84FF"/>
            </a:solidFill>
            <a:prstDash val="solid"/>
          </a:ln>
        </p:spPr>
      </p:sp>
      <p:sp>
        <p:nvSpPr>
          <p:cNvPr id="42" name="Text 5">
            <a:extLst>
              <a:ext uri="{FF2B5EF4-FFF2-40B4-BE49-F238E27FC236}">
                <a16:creationId xmlns:a16="http://schemas.microsoft.com/office/drawing/2014/main" id="{6B6F02BD-A39D-2D12-F206-473DDD1B8199}"/>
              </a:ext>
            </a:extLst>
          </p:cNvPr>
          <p:cNvSpPr/>
          <p:nvPr/>
        </p:nvSpPr>
        <p:spPr>
          <a:xfrm>
            <a:off x="2359152" y="2423160"/>
            <a:ext cx="384048" cy="384048"/>
          </a:xfrm>
          <a:prstGeom prst="rect">
            <a:avLst/>
          </a:prstGeom>
          <a:noFill/>
          <a:ln/>
        </p:spPr>
        <p:txBody>
          <a:bodyPr wrap="square" lIns="0" tIns="0" rIns="0" bIns="0" rtlCol="0" anchor="ctr"/>
          <a:lstStyle/>
          <a:p>
            <a:pPr marL="0" indent="0" algn="ctr">
              <a:buNone/>
            </a:pPr>
            <a:r>
              <a:rPr lang="en-US" sz="900" b="1" dirty="0">
                <a:solidFill>
                  <a:srgbClr val="0D1117"/>
                </a:solidFill>
                <a:latin typeface="Arial Black" pitchFamily="34" charset="0"/>
                <a:ea typeface="Arial Black" pitchFamily="34" charset="-122"/>
                <a:cs typeface="Arial Black" pitchFamily="34" charset="-120"/>
              </a:rPr>
              <a:t>W1</a:t>
            </a:r>
            <a:endParaRPr lang="en-US" sz="900" dirty="0"/>
          </a:p>
        </p:txBody>
      </p:sp>
      <p:sp>
        <p:nvSpPr>
          <p:cNvPr id="43" name="Text 6">
            <a:extLst>
              <a:ext uri="{FF2B5EF4-FFF2-40B4-BE49-F238E27FC236}">
                <a16:creationId xmlns:a16="http://schemas.microsoft.com/office/drawing/2014/main" id="{72F9AC2D-4F72-5064-AB52-9836288A2BF0}"/>
              </a:ext>
            </a:extLst>
          </p:cNvPr>
          <p:cNvSpPr/>
          <p:nvPr/>
        </p:nvSpPr>
        <p:spPr>
          <a:xfrm>
            <a:off x="2862072" y="2340864"/>
            <a:ext cx="6309360" cy="548640"/>
          </a:xfrm>
          <a:prstGeom prst="rect">
            <a:avLst/>
          </a:prstGeom>
          <a:noFill/>
          <a:ln/>
        </p:spPr>
        <p:txBody>
          <a:bodyPr wrap="square" lIns="0" tIns="0" rIns="0" bIns="0" rtlCol="0" anchor="ctr"/>
          <a:lstStyle/>
          <a:p>
            <a:pPr marL="0" indent="0">
              <a:buNone/>
            </a:pPr>
            <a:r>
              <a:rPr lang="en-US" sz="1300" dirty="0">
                <a:solidFill>
                  <a:srgbClr val="C9D1D9"/>
                </a:solidFill>
                <a:latin typeface="Calibri" pitchFamily="34" charset="0"/>
                <a:ea typeface="Calibri" pitchFamily="34" charset="-122"/>
                <a:cs typeface="Calibri" pitchFamily="34" charset="-120"/>
              </a:rPr>
              <a:t>Research Assistant — ReAct loop + tool-calling</a:t>
            </a:r>
            <a:endParaRPr lang="en-US" sz="1300" dirty="0"/>
          </a:p>
        </p:txBody>
      </p:sp>
      <p:sp>
        <p:nvSpPr>
          <p:cNvPr id="44" name="Shape 7">
            <a:extLst>
              <a:ext uri="{FF2B5EF4-FFF2-40B4-BE49-F238E27FC236}">
                <a16:creationId xmlns:a16="http://schemas.microsoft.com/office/drawing/2014/main" id="{5B027052-588A-2175-A1F0-371091183C63}"/>
              </a:ext>
            </a:extLst>
          </p:cNvPr>
          <p:cNvSpPr/>
          <p:nvPr/>
        </p:nvSpPr>
        <p:spPr>
          <a:xfrm>
            <a:off x="2359152" y="3026664"/>
            <a:ext cx="6949440" cy="548640"/>
          </a:xfrm>
          <a:prstGeom prst="rect">
            <a:avLst/>
          </a:prstGeom>
          <a:solidFill>
            <a:schemeClr val="accent3">
              <a:lumMod val="75000"/>
            </a:schemeClr>
          </a:solidFill>
          <a:ln w="12700">
            <a:solidFill>
              <a:srgbClr val="7B61FF"/>
            </a:solidFill>
            <a:prstDash val="solid"/>
          </a:ln>
        </p:spPr>
      </p:sp>
      <p:sp>
        <p:nvSpPr>
          <p:cNvPr id="45" name="Shape 8">
            <a:extLst>
              <a:ext uri="{FF2B5EF4-FFF2-40B4-BE49-F238E27FC236}">
                <a16:creationId xmlns:a16="http://schemas.microsoft.com/office/drawing/2014/main" id="{84D6FB57-9749-D4C2-D269-EFD10B31FFC3}"/>
              </a:ext>
            </a:extLst>
          </p:cNvPr>
          <p:cNvSpPr/>
          <p:nvPr/>
        </p:nvSpPr>
        <p:spPr>
          <a:xfrm>
            <a:off x="2359152" y="3108960"/>
            <a:ext cx="384048" cy="384048"/>
          </a:xfrm>
          <a:prstGeom prst="ellipse">
            <a:avLst/>
          </a:prstGeom>
          <a:solidFill>
            <a:srgbClr val="7B61FF"/>
          </a:solidFill>
          <a:ln w="12700">
            <a:solidFill>
              <a:srgbClr val="7B61FF"/>
            </a:solidFill>
            <a:prstDash val="solid"/>
          </a:ln>
        </p:spPr>
      </p:sp>
      <p:sp>
        <p:nvSpPr>
          <p:cNvPr id="46" name="Text 9">
            <a:extLst>
              <a:ext uri="{FF2B5EF4-FFF2-40B4-BE49-F238E27FC236}">
                <a16:creationId xmlns:a16="http://schemas.microsoft.com/office/drawing/2014/main" id="{C036E359-965E-C75E-FA26-B991C2BB76A5}"/>
              </a:ext>
            </a:extLst>
          </p:cNvPr>
          <p:cNvSpPr/>
          <p:nvPr/>
        </p:nvSpPr>
        <p:spPr>
          <a:xfrm>
            <a:off x="2359152" y="3108960"/>
            <a:ext cx="384048" cy="384048"/>
          </a:xfrm>
          <a:prstGeom prst="rect">
            <a:avLst/>
          </a:prstGeom>
          <a:noFill/>
          <a:ln/>
        </p:spPr>
        <p:txBody>
          <a:bodyPr wrap="square" lIns="0" tIns="0" rIns="0" bIns="0" rtlCol="0" anchor="ctr"/>
          <a:lstStyle/>
          <a:p>
            <a:pPr marL="0" indent="0" algn="ctr">
              <a:buNone/>
            </a:pPr>
            <a:r>
              <a:rPr lang="en-US" sz="900" b="1" dirty="0">
                <a:solidFill>
                  <a:srgbClr val="0D1117"/>
                </a:solidFill>
                <a:latin typeface="Arial Black" pitchFamily="34" charset="0"/>
                <a:ea typeface="Arial Black" pitchFamily="34" charset="-122"/>
                <a:cs typeface="Arial Black" pitchFamily="34" charset="-120"/>
              </a:rPr>
              <a:t>W2</a:t>
            </a:r>
            <a:endParaRPr lang="en-US" sz="900" dirty="0"/>
          </a:p>
        </p:txBody>
      </p:sp>
      <p:sp>
        <p:nvSpPr>
          <p:cNvPr id="47" name="Text 10">
            <a:extLst>
              <a:ext uri="{FF2B5EF4-FFF2-40B4-BE49-F238E27FC236}">
                <a16:creationId xmlns:a16="http://schemas.microsoft.com/office/drawing/2014/main" id="{582B4D5B-4897-80A3-E24E-CD3743A88FBA}"/>
              </a:ext>
            </a:extLst>
          </p:cNvPr>
          <p:cNvSpPr/>
          <p:nvPr/>
        </p:nvSpPr>
        <p:spPr>
          <a:xfrm>
            <a:off x="2862072" y="3026664"/>
            <a:ext cx="6309360" cy="548640"/>
          </a:xfrm>
          <a:prstGeom prst="rect">
            <a:avLst/>
          </a:prstGeom>
          <a:noFill/>
          <a:ln/>
        </p:spPr>
        <p:txBody>
          <a:bodyPr wrap="square" lIns="0" tIns="0" rIns="0" bIns="0" rtlCol="0" anchor="ctr"/>
          <a:lstStyle/>
          <a:p>
            <a:pPr marL="0" indent="0">
              <a:buNone/>
            </a:pPr>
            <a:r>
              <a:rPr lang="en-US" sz="1300" dirty="0">
                <a:solidFill>
                  <a:srgbClr val="C9D1D9"/>
                </a:solidFill>
                <a:latin typeface="Calibri" pitchFamily="34" charset="0"/>
                <a:ea typeface="Calibri" pitchFamily="34" charset="-122"/>
                <a:cs typeface="Calibri" pitchFamily="34" charset="-120"/>
              </a:rPr>
              <a:t>Content Newsroom — 3-agent handoff pipeline</a:t>
            </a:r>
            <a:endParaRPr lang="en-US" sz="1300" dirty="0"/>
          </a:p>
        </p:txBody>
      </p:sp>
      <p:sp>
        <p:nvSpPr>
          <p:cNvPr id="48" name="Shape 11">
            <a:extLst>
              <a:ext uri="{FF2B5EF4-FFF2-40B4-BE49-F238E27FC236}">
                <a16:creationId xmlns:a16="http://schemas.microsoft.com/office/drawing/2014/main" id="{BA69C4F8-2FDD-0B60-AC1E-00D57DA7F364}"/>
              </a:ext>
            </a:extLst>
          </p:cNvPr>
          <p:cNvSpPr/>
          <p:nvPr/>
        </p:nvSpPr>
        <p:spPr>
          <a:xfrm>
            <a:off x="2359152" y="3712464"/>
            <a:ext cx="6949440" cy="548640"/>
          </a:xfrm>
          <a:prstGeom prst="rect">
            <a:avLst/>
          </a:prstGeom>
          <a:solidFill>
            <a:schemeClr val="accent3">
              <a:lumMod val="75000"/>
            </a:schemeClr>
          </a:solidFill>
          <a:ln w="12700">
            <a:solidFill>
              <a:srgbClr val="00C6FF"/>
            </a:solidFill>
            <a:prstDash val="solid"/>
          </a:ln>
        </p:spPr>
      </p:sp>
      <p:sp>
        <p:nvSpPr>
          <p:cNvPr id="49" name="Shape 12">
            <a:extLst>
              <a:ext uri="{FF2B5EF4-FFF2-40B4-BE49-F238E27FC236}">
                <a16:creationId xmlns:a16="http://schemas.microsoft.com/office/drawing/2014/main" id="{31036922-2C37-C5CA-4932-85FFB9125E13}"/>
              </a:ext>
            </a:extLst>
          </p:cNvPr>
          <p:cNvSpPr/>
          <p:nvPr/>
        </p:nvSpPr>
        <p:spPr>
          <a:xfrm>
            <a:off x="2359152" y="3794760"/>
            <a:ext cx="384048" cy="384048"/>
          </a:xfrm>
          <a:prstGeom prst="ellipse">
            <a:avLst/>
          </a:prstGeom>
          <a:solidFill>
            <a:srgbClr val="00C6FF"/>
          </a:solidFill>
          <a:ln w="12700">
            <a:solidFill>
              <a:srgbClr val="00C6FF"/>
            </a:solidFill>
            <a:prstDash val="solid"/>
          </a:ln>
        </p:spPr>
      </p:sp>
      <p:sp>
        <p:nvSpPr>
          <p:cNvPr id="50" name="Text 13">
            <a:extLst>
              <a:ext uri="{FF2B5EF4-FFF2-40B4-BE49-F238E27FC236}">
                <a16:creationId xmlns:a16="http://schemas.microsoft.com/office/drawing/2014/main" id="{9A72D24E-D709-C038-89E5-9099E0F5CCDF}"/>
              </a:ext>
            </a:extLst>
          </p:cNvPr>
          <p:cNvSpPr/>
          <p:nvPr/>
        </p:nvSpPr>
        <p:spPr>
          <a:xfrm>
            <a:off x="2359152" y="3794760"/>
            <a:ext cx="384048" cy="384048"/>
          </a:xfrm>
          <a:prstGeom prst="rect">
            <a:avLst/>
          </a:prstGeom>
          <a:noFill/>
          <a:ln/>
        </p:spPr>
        <p:txBody>
          <a:bodyPr wrap="square" lIns="0" tIns="0" rIns="0" bIns="0" rtlCol="0" anchor="ctr"/>
          <a:lstStyle/>
          <a:p>
            <a:pPr marL="0" indent="0" algn="ctr">
              <a:buNone/>
            </a:pPr>
            <a:r>
              <a:rPr lang="en-US" sz="900" b="1" dirty="0">
                <a:solidFill>
                  <a:srgbClr val="0D1117"/>
                </a:solidFill>
                <a:latin typeface="Arial Black" pitchFamily="34" charset="0"/>
                <a:ea typeface="Arial Black" pitchFamily="34" charset="-122"/>
                <a:cs typeface="Arial Black" pitchFamily="34" charset="-120"/>
              </a:rPr>
              <a:t>W3</a:t>
            </a:r>
            <a:endParaRPr lang="en-US" sz="900" dirty="0"/>
          </a:p>
        </p:txBody>
      </p:sp>
      <p:sp>
        <p:nvSpPr>
          <p:cNvPr id="51" name="Text 14">
            <a:extLst>
              <a:ext uri="{FF2B5EF4-FFF2-40B4-BE49-F238E27FC236}">
                <a16:creationId xmlns:a16="http://schemas.microsoft.com/office/drawing/2014/main" id="{72A0B5F5-147A-69AD-FEF8-FFFEDB48CD00}"/>
              </a:ext>
            </a:extLst>
          </p:cNvPr>
          <p:cNvSpPr/>
          <p:nvPr/>
        </p:nvSpPr>
        <p:spPr>
          <a:xfrm>
            <a:off x="2862072" y="3712464"/>
            <a:ext cx="6309360" cy="548640"/>
          </a:xfrm>
          <a:prstGeom prst="rect">
            <a:avLst/>
          </a:prstGeom>
          <a:noFill/>
          <a:ln/>
        </p:spPr>
        <p:txBody>
          <a:bodyPr wrap="square" lIns="0" tIns="0" rIns="0" bIns="0" rtlCol="0" anchor="ctr"/>
          <a:lstStyle/>
          <a:p>
            <a:pPr marL="0" indent="0">
              <a:buNone/>
            </a:pPr>
            <a:r>
              <a:rPr lang="en-US" sz="1300" dirty="0">
                <a:solidFill>
                  <a:srgbClr val="C9D1D9"/>
                </a:solidFill>
                <a:latin typeface="Calibri" pitchFamily="34" charset="0"/>
                <a:ea typeface="Calibri" pitchFamily="34" charset="-122"/>
                <a:cs typeface="Calibri" pitchFamily="34" charset="-120"/>
              </a:rPr>
              <a:t>Hybrid Graph+Vector RAG over a corporate knowledge base</a:t>
            </a:r>
            <a:endParaRPr lang="en-US" sz="1300" dirty="0"/>
          </a:p>
        </p:txBody>
      </p:sp>
      <p:sp>
        <p:nvSpPr>
          <p:cNvPr id="52" name="Shape 15">
            <a:extLst>
              <a:ext uri="{FF2B5EF4-FFF2-40B4-BE49-F238E27FC236}">
                <a16:creationId xmlns:a16="http://schemas.microsoft.com/office/drawing/2014/main" id="{82B5CC2F-6BEE-606F-2DFB-85A3E7E53E36}"/>
              </a:ext>
            </a:extLst>
          </p:cNvPr>
          <p:cNvSpPr/>
          <p:nvPr/>
        </p:nvSpPr>
        <p:spPr>
          <a:xfrm>
            <a:off x="2359152" y="4398264"/>
            <a:ext cx="6949440" cy="548640"/>
          </a:xfrm>
          <a:prstGeom prst="rect">
            <a:avLst/>
          </a:prstGeom>
          <a:solidFill>
            <a:schemeClr val="accent3">
              <a:lumMod val="75000"/>
            </a:schemeClr>
          </a:solidFill>
          <a:ln w="12700">
            <a:solidFill>
              <a:srgbClr val="00D68F"/>
            </a:solidFill>
            <a:prstDash val="solid"/>
          </a:ln>
        </p:spPr>
      </p:sp>
      <p:sp>
        <p:nvSpPr>
          <p:cNvPr id="53" name="Shape 16">
            <a:extLst>
              <a:ext uri="{FF2B5EF4-FFF2-40B4-BE49-F238E27FC236}">
                <a16:creationId xmlns:a16="http://schemas.microsoft.com/office/drawing/2014/main" id="{6C53A1C3-B871-A3FA-58D8-5BC6B9896D87}"/>
              </a:ext>
            </a:extLst>
          </p:cNvPr>
          <p:cNvSpPr/>
          <p:nvPr/>
        </p:nvSpPr>
        <p:spPr>
          <a:xfrm>
            <a:off x="2359152" y="4480560"/>
            <a:ext cx="384048" cy="384048"/>
          </a:xfrm>
          <a:prstGeom prst="ellipse">
            <a:avLst/>
          </a:prstGeom>
          <a:solidFill>
            <a:srgbClr val="00D68F"/>
          </a:solidFill>
          <a:ln w="12700">
            <a:solidFill>
              <a:srgbClr val="00D68F"/>
            </a:solidFill>
            <a:prstDash val="solid"/>
          </a:ln>
        </p:spPr>
      </p:sp>
      <p:sp>
        <p:nvSpPr>
          <p:cNvPr id="54" name="Text 17">
            <a:extLst>
              <a:ext uri="{FF2B5EF4-FFF2-40B4-BE49-F238E27FC236}">
                <a16:creationId xmlns:a16="http://schemas.microsoft.com/office/drawing/2014/main" id="{CA57A83E-F78E-7C84-39FA-B3DDD414D4DE}"/>
              </a:ext>
            </a:extLst>
          </p:cNvPr>
          <p:cNvSpPr/>
          <p:nvPr/>
        </p:nvSpPr>
        <p:spPr>
          <a:xfrm>
            <a:off x="2359152" y="4480560"/>
            <a:ext cx="384048" cy="384048"/>
          </a:xfrm>
          <a:prstGeom prst="rect">
            <a:avLst/>
          </a:prstGeom>
          <a:noFill/>
          <a:ln/>
        </p:spPr>
        <p:txBody>
          <a:bodyPr wrap="square" lIns="0" tIns="0" rIns="0" bIns="0" rtlCol="0" anchor="ctr"/>
          <a:lstStyle/>
          <a:p>
            <a:pPr marL="0" indent="0" algn="ctr">
              <a:buNone/>
            </a:pPr>
            <a:r>
              <a:rPr lang="en-US" sz="900" b="1" dirty="0">
                <a:solidFill>
                  <a:srgbClr val="0D1117"/>
                </a:solidFill>
                <a:latin typeface="Arial Black" pitchFamily="34" charset="0"/>
                <a:ea typeface="Arial Black" pitchFamily="34" charset="-122"/>
                <a:cs typeface="Arial Black" pitchFamily="34" charset="-120"/>
              </a:rPr>
              <a:t>W4</a:t>
            </a:r>
            <a:endParaRPr lang="en-US" sz="900" dirty="0"/>
          </a:p>
        </p:txBody>
      </p:sp>
      <p:sp>
        <p:nvSpPr>
          <p:cNvPr id="55" name="Text 18">
            <a:extLst>
              <a:ext uri="{FF2B5EF4-FFF2-40B4-BE49-F238E27FC236}">
                <a16:creationId xmlns:a16="http://schemas.microsoft.com/office/drawing/2014/main" id="{51A15F81-903A-58E8-4E51-3A06AD912DF3}"/>
              </a:ext>
            </a:extLst>
          </p:cNvPr>
          <p:cNvSpPr/>
          <p:nvPr/>
        </p:nvSpPr>
        <p:spPr>
          <a:xfrm>
            <a:off x="2862072" y="4398264"/>
            <a:ext cx="6309360" cy="548640"/>
          </a:xfrm>
          <a:prstGeom prst="rect">
            <a:avLst/>
          </a:prstGeom>
          <a:noFill/>
          <a:ln/>
        </p:spPr>
        <p:txBody>
          <a:bodyPr wrap="square" lIns="0" tIns="0" rIns="0" bIns="0" rtlCol="0" anchor="ctr"/>
          <a:lstStyle/>
          <a:p>
            <a:pPr marL="0" indent="0">
              <a:buNone/>
            </a:pPr>
            <a:r>
              <a:rPr lang="en-US" sz="1300" dirty="0">
                <a:solidFill>
                  <a:srgbClr val="C9D1D9"/>
                </a:solidFill>
                <a:latin typeface="Calibri" pitchFamily="34" charset="0"/>
                <a:ea typeface="Calibri" pitchFamily="34" charset="-122"/>
                <a:cs typeface="Calibri" pitchFamily="34" charset="-120"/>
              </a:rPr>
              <a:t>Self-Healing Code Reviewer — portfolio-ready capstone</a:t>
            </a:r>
            <a:endParaRPr lang="en-US" sz="1300" dirty="0"/>
          </a:p>
        </p:txBody>
      </p:sp>
    </p:spTree>
    <p:extLst>
      <p:ext uri="{BB962C8B-B14F-4D97-AF65-F5344CB8AC3E}">
        <p14:creationId xmlns:p14="http://schemas.microsoft.com/office/powerpoint/2010/main" val="930292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4985-2C47-1DE1-681C-465CECE934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EDA5DDA-90B6-1FE3-781F-15932C425A76}"/>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000" dirty="0">
                <a:solidFill>
                  <a:schemeClr val="accent5"/>
                </a:solidFill>
              </a:rPr>
              <a:t>Thank You</a:t>
            </a:r>
          </a:p>
        </p:txBody>
      </p:sp>
      <p:sp>
        <p:nvSpPr>
          <p:cNvPr id="4" name="Subtitle 3">
            <a:extLst>
              <a:ext uri="{FF2B5EF4-FFF2-40B4-BE49-F238E27FC236}">
                <a16:creationId xmlns:a16="http://schemas.microsoft.com/office/drawing/2014/main" id="{AD8452EB-45A0-5769-77D9-CFE75CC09DA6}"/>
              </a:ext>
            </a:extLst>
          </p:cNvPr>
          <p:cNvSpPr>
            <a:spLocks noGrp="1"/>
          </p:cNvSpPr>
          <p:nvPr>
            <p:ph type="subTitle" idx="10"/>
          </p:nvPr>
        </p:nvSpPr>
        <p:spPr/>
        <p:txBody>
          <a:bodyPr/>
          <a:lstStyle/>
          <a:p>
            <a:endParaRPr lang="en-US"/>
          </a:p>
        </p:txBody>
      </p:sp>
    </p:spTree>
    <p:extLst>
      <p:ext uri="{BB962C8B-B14F-4D97-AF65-F5344CB8AC3E}">
        <p14:creationId xmlns:p14="http://schemas.microsoft.com/office/powerpoint/2010/main" val="3414539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245851"/>
      </p:ext>
    </p:extLst>
  </p:cSld>
  <p:clrMapOvr>
    <a:masterClrMapping/>
  </p:clrMapOvr>
</p:sld>
</file>

<file path=ppt/theme/theme1.xml><?xml version="1.0" encoding="utf-8"?>
<a:theme xmlns:a="http://schemas.openxmlformats.org/drawingml/2006/main" name="Theme">
  <a:themeElements>
    <a:clrScheme name="Palette v1">
      <a:dk1>
        <a:srgbClr val="000000"/>
      </a:dk1>
      <a:lt1>
        <a:srgbClr val="FFFFFF"/>
      </a:lt1>
      <a:dk2>
        <a:srgbClr val="5E5E5E"/>
      </a:dk2>
      <a:lt2>
        <a:srgbClr val="D5D5D5"/>
      </a:lt2>
      <a:accent1>
        <a:srgbClr val="263853"/>
      </a:accent1>
      <a:accent2>
        <a:srgbClr val="5F7D61"/>
      </a:accent2>
      <a:accent3>
        <a:srgbClr val="BD69AB"/>
      </a:accent3>
      <a:accent4>
        <a:srgbClr val="A8CCDD"/>
      </a:accent4>
      <a:accent5>
        <a:srgbClr val="A3238E"/>
      </a:accent5>
      <a:accent6>
        <a:srgbClr val="C6E3C5"/>
      </a:accent6>
      <a:hlink>
        <a:srgbClr val="2283C6"/>
      </a:hlink>
      <a:folHlink>
        <a:srgbClr val="2283C6"/>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cd473a6-6c02-476c-b15c-e076f6bc404a" xsi:nil="true"/>
    <SharedWithUsers xmlns="09989fab-c57c-4a8b-ad2f-f15a6997ea51">
      <UserInfo>
        <DisplayName>Mallory Hill</DisplayName>
        <AccountId>5131</AccountId>
        <AccountType/>
      </UserInfo>
      <UserInfo>
        <DisplayName>Pixie Kolesa</DisplayName>
        <AccountId>6899</AccountId>
        <AccountType/>
      </UserInfo>
      <UserInfo>
        <DisplayName>Kirsten Rider</DisplayName>
        <AccountId>2163</AccountId>
        <AccountType/>
      </UserInfo>
    </SharedWithUsers>
    <lcf76f155ced4ddcb4097134ff3c332f xmlns="18951236-19c8-4571-8ee4-8dc6889a8234">
      <Terms xmlns="http://schemas.microsoft.com/office/infopath/2007/PartnerControls"/>
    </lcf76f155ced4ddcb4097134ff3c332f>
    <MediaLengthInSeconds xmlns="18951236-19c8-4571-8ee4-8dc6889a823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271C52224E98640BDB68545545EA2BE" ma:contentTypeVersion="15" ma:contentTypeDescription="Create a new document." ma:contentTypeScope="" ma:versionID="b84191e4a8289540c8172e94c63fca09">
  <xsd:schema xmlns:xsd="http://www.w3.org/2001/XMLSchema" xmlns:xs="http://www.w3.org/2001/XMLSchema" xmlns:p="http://schemas.microsoft.com/office/2006/metadata/properties" xmlns:ns2="18951236-19c8-4571-8ee4-8dc6889a8234" xmlns:ns3="09989fab-c57c-4a8b-ad2f-f15a6997ea51" xmlns:ns4="1cd473a6-6c02-476c-b15c-e076f6bc404a" targetNamespace="http://schemas.microsoft.com/office/2006/metadata/properties" ma:root="true" ma:fieldsID="3171475f0a6042d6fabe6abfc1ffa731" ns2:_="" ns3:_="" ns4:_="">
    <xsd:import namespace="18951236-19c8-4571-8ee4-8dc6889a8234"/>
    <xsd:import namespace="09989fab-c57c-4a8b-ad2f-f15a6997ea51"/>
    <xsd:import namespace="1cd473a6-6c02-476c-b15c-e076f6bc40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4: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951236-19c8-4571-8ee4-8dc6889a82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4c80516-e980-40cf-bd5d-acbbe999e07d"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89fab-c57c-4a8b-ad2f-f15a6997ea5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d473a6-6c02-476c-b15c-e076f6bc404a"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f5a4064f-0f42-4235-aab2-2014deffacb2}" ma:internalName="TaxCatchAll" ma:showField="CatchAllData" ma:web="1cd473a6-6c02-476c-b15c-e076f6bc40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EF7DDB2-0487-48C2-B370-81C201D31998}">
  <ds:schemaRefs>
    <ds:schemaRef ds:uri="http://schemas.openxmlformats.org/package/2006/metadata/core-properties"/>
    <ds:schemaRef ds:uri="8372ae04-89e9-448d-a5fe-031713d923d6"/>
    <ds:schemaRef ds:uri="20c42341-982c-4f69-9c6b-aea8c8a6d9fb"/>
    <ds:schemaRef ds:uri="http://purl.org/dc/terms/"/>
    <ds:schemaRef ds:uri="http://purl.org/dc/elements/1.1/"/>
    <ds:schemaRef ds:uri="http://purl.org/dc/dcmitype/"/>
    <ds:schemaRef ds:uri="http://schemas.microsoft.com/office/2006/documentManagement/types"/>
    <ds:schemaRef ds:uri="http://www.w3.org/XML/1998/namespace"/>
    <ds:schemaRef ds:uri="http://schemas.microsoft.com/office/infopath/2007/PartnerControls"/>
    <ds:schemaRef ds:uri="1cd473a6-6c02-476c-b15c-e076f6bc404a"/>
    <ds:schemaRef ds:uri="http://schemas.microsoft.com/office/2006/metadata/properties"/>
    <ds:schemaRef ds:uri="09989fab-c57c-4a8b-ad2f-f15a6997ea51"/>
    <ds:schemaRef ds:uri="18951236-19c8-4571-8ee4-8dc6889a8234"/>
  </ds:schemaRefs>
</ds:datastoreItem>
</file>

<file path=customXml/itemProps2.xml><?xml version="1.0" encoding="utf-8"?>
<ds:datastoreItem xmlns:ds="http://schemas.openxmlformats.org/officeDocument/2006/customXml" ds:itemID="{B00966F5-FEBF-429F-BA4F-9EAA27C56465}">
  <ds:schemaRefs>
    <ds:schemaRef ds:uri="http://schemas.microsoft.com/sharepoint/v3/contenttype/forms"/>
  </ds:schemaRefs>
</ds:datastoreItem>
</file>

<file path=customXml/itemProps3.xml><?xml version="1.0" encoding="utf-8"?>
<ds:datastoreItem xmlns:ds="http://schemas.openxmlformats.org/officeDocument/2006/customXml" ds:itemID="{EE9EC30B-5FCF-4C2E-99A9-6415921585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8951236-19c8-4571-8ee4-8dc6889a8234"/>
    <ds:schemaRef ds:uri="09989fab-c57c-4a8b-ad2f-f15a6997ea51"/>
    <ds:schemaRef ds:uri="1cd473a6-6c02-476c-b15c-e076f6bc404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962</TotalTime>
  <Words>639</Words>
  <Application>Microsoft Office PowerPoint</Application>
  <PresentationFormat>Widescreen</PresentationFormat>
  <Paragraphs>133</Paragraphs>
  <Slides>10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Calibri</vt:lpstr>
      <vt:lpstr>Tw Cen MT</vt:lpstr>
      <vt:lpstr>Theme</vt:lpstr>
      <vt:lpstr>Agentic AI Bootcamp Roadmap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Tammy Cornejo</dc:creator>
  <cp:lastModifiedBy>Dhara Solanki</cp:lastModifiedBy>
  <cp:revision>20</cp:revision>
  <dcterms:created xsi:type="dcterms:W3CDTF">2023-01-04T15:04:56Z</dcterms:created>
  <dcterms:modified xsi:type="dcterms:W3CDTF">2026-06-04T12:17:12Z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0x0101009271C52224E98640BDB68545545EA2BE</vt:lpwstr>
  </property>
  <property fmtid="{D5CDD505-2E9C-101B-9397-08002B2CF9AE}" pid="3" name="MediaServiceImageTags">
    <vt:lpwstr/>
  </property>
  <property fmtid="{D5CDD505-2E9C-101B-9397-08002B2CF9AE}" pid="4" name="Order">
    <vt:r8>3098300</vt:r8>
  </property>
  <property fmtid="{D5CDD505-2E9C-101B-9397-08002B2CF9AE}" pid="5" name="xd_Signature">
    <vt:bool>false</vt:bool>
  </property>
  <property fmtid="{D5CDD505-2E9C-101B-9397-08002B2CF9AE}" pid="6" name="SharedWithUsers">
    <vt:lpwstr>5131;#Mallory Hill;#6899;#Pixie Kolesa;#2163;#Kirsten Rider</vt:lpwstr>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